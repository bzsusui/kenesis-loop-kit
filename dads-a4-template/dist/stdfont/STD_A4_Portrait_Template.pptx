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7560000" cy="1069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461"/>
        <p:guide orient="vert" pos="2285"/>
        <p:guide orient="vert" pos="2477"/>
        <p:guide orient="vert" pos="4301"/>
        <p:guide orient="horz" pos="384"/>
        <p:guide orient="horz" pos="1019"/>
        <p:guide orient="horz" pos="6035"/>
        <p:guide orient="horz" pos="635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7560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732000" y="3312000"/>
            <a:ext cx="60960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732000" y="3604320"/>
            <a:ext cx="60960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000000"/>
                </a:solidFill>
                <a:latin typeface="+mn-lt"/>
                <a:ea typeface="+mn-ea"/>
                <a:cs typeface="+mn-cs"/>
              </a:defRPr>
            </a:lvl1p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資料タイトルを入力</a:t>
            </a:r>
          </a:p>
        </p:txBody>
      </p:sp>
      <p:sp>
        <p:nvSpPr>
          <p:cNvPr id="5" name="タイトル罫"/>
          <p:cNvSpPr/>
          <p:nvPr/>
        </p:nvSpPr>
        <p:spPr>
          <a:xfrm>
            <a:off x="732000" y="5205240"/>
            <a:ext cx="18288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732000" y="5469840"/>
            <a:ext cx="60960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626264"/>
                </a:solidFill>
                <a:latin typeface="+mn-lt"/>
                <a:ea typeface="+mn-ea"/>
                <a:cs typeface="+mn-cs"/>
              </a:defRPr>
            </a:lvl1p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732000" y="9564120"/>
            <a:ext cx="60960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732000" y="3312000"/>
            <a:ext cx="60960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732000" y="3604320"/>
            <a:ext cx="60960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FFFFFF"/>
                </a:solidFill>
                <a:latin typeface="+mn-lt"/>
                <a:ea typeface="+mn-ea"/>
                <a:cs typeface="+mn-cs"/>
              </a:defRPr>
            </a:lvl1pPr>
          </a:lstStyle>
          <a:p>
            <a:pPr marL="0" indent="0" algn="l">
              <a:lnSpc>
                <a:spcPts val="5040"/>
              </a:lnSpc>
              <a:spcBef>
                <a:spcPts val="0"/>
              </a:spcBef>
              <a:buNone/>
              <a:defRPr sz="3600" b="1" i="0" spc="0" kern="1200" dirty="0">
                <a:solidFill>
                  <a:srgbClr val="FFFFFF"/>
                </a:solidFill>
                <a:latin typeface="+mn-lt"/>
                <a:ea typeface="+mn-ea"/>
                <a:cs typeface="+mn-cs"/>
              </a:defRPr>
            </a:pPr>
            <a:r>
              <a:rPr lang="ja-JP" altLang="en-US" sz="3600" b="1" i="0" spc="0" kern="1200" dirty="0">
                <a:solidFill>
                  <a:srgbClr val="FFFFFF"/>
                </a:solidFill>
                <a:latin typeface="+mn-lt"/>
                <a:ea typeface="+mn-ea"/>
                <a:cs typeface="+mn-cs"/>
              </a:rPr>
              <a:t>資料タイトルを入力</a:t>
            </a:r>
          </a:p>
        </p:txBody>
      </p:sp>
      <p:sp>
        <p:nvSpPr>
          <p:cNvPr id="4" name="タイトル罫"/>
          <p:cNvSpPr/>
          <p:nvPr/>
        </p:nvSpPr>
        <p:spPr>
          <a:xfrm>
            <a:off x="732000" y="5205240"/>
            <a:ext cx="18288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732000" y="5469840"/>
            <a:ext cx="60960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CFDCF0"/>
                </a:solidFill>
                <a:latin typeface="+mn-lt"/>
                <a:ea typeface="+mn-ea"/>
                <a:cs typeface="+mn-cs"/>
              </a:defRPr>
            </a:lvl1pPr>
          </a:lstStyle>
          <a:p>
            <a:pPr marL="0" indent="0" algn="l">
              <a:lnSpc>
                <a:spcPts val="2250"/>
              </a:lnSpc>
              <a:spcBef>
                <a:spcPts val="0"/>
              </a:spcBef>
              <a:buNone/>
              <a:defRPr sz="1500" b="0" i="0" spc="30" kern="1200" dirty="0">
                <a:solidFill>
                  <a:srgbClr val="CFDCF0"/>
                </a:solidFill>
                <a:latin typeface="+mn-lt"/>
                <a:ea typeface="+mn-ea"/>
                <a:cs typeface="+mn-cs"/>
              </a:defRPr>
            </a:pPr>
            <a:r>
              <a:rPr lang="ja-JP" altLang="en-US" sz="1500" b="0" i="0" spc="30"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732000" y="9564120"/>
            <a:ext cx="60960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FFFFFF"/>
                </a:solidFill>
                <a:latin typeface="+mn-lt"/>
                <a:ea typeface="+mn-ea"/>
                <a:cs typeface="+mn-cs"/>
              </a:defRPr>
            </a:lvl1pPr>
          </a:lstStyle>
          <a:p>
            <a:pPr marL="0" indent="0" algn="l">
              <a:lnSpc>
                <a:spcPts val="2040"/>
              </a:lnSpc>
              <a:spcBef>
                <a:spcPts val="0"/>
              </a:spcBef>
              <a:buNone/>
              <a:defRPr sz="1200" b="0" i="0" spc="24" kern="1200" dirty="0">
                <a:solidFill>
                  <a:srgbClr val="FFFFFF"/>
                </a:solidFill>
                <a:latin typeface="+mn-lt"/>
                <a:ea typeface="+mn-ea"/>
                <a:cs typeface="+mn-cs"/>
              </a:defRPr>
            </a:pPr>
            <a:r>
              <a:rPr lang="ja-JP" altLang="en-US" sz="1200" b="0" i="0" spc="24"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732000" y="4140000"/>
            <a:ext cx="6096000" cy="234000"/>
          </a:xfrm>
          <a:prstGeom prst="rect">
            <a:avLst/>
          </a:prstGeom>
        </p:spPr>
        <p:txBody>
          <a:bodyPr wrap="square" lIns="0" tIns="0" rIns="0" bIns="0" anchor="b" anchorCtr="0">
            <a:normAutofit/>
          </a:bodyPr>
          <a:lstStyle>
            <a:lvl1pPr marL="0" indent="0" algn="l">
              <a:lnSpc>
                <a:spcPts val="2250"/>
              </a:lnSpc>
              <a:spcBef>
                <a:spcPts val="0"/>
              </a:spcBef>
              <a:buNone/>
              <a:defRPr sz="1500" b="1" i="0" spc="30" kern="1200" dirty="0">
                <a:solidFill>
                  <a:srgbClr val="0C21BA"/>
                </a:solidFill>
                <a:latin typeface="+mn-lt"/>
                <a:ea typeface="+mn-ea"/>
                <a:cs typeface="+mn-cs"/>
              </a:defRPr>
            </a:lvl1p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732000" y="4449600"/>
            <a:ext cx="60960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000000"/>
                </a:solidFill>
                <a:latin typeface="+mn-lt"/>
                <a:ea typeface="+mn-ea"/>
                <a:cs typeface="+mn-cs"/>
              </a:defRPr>
            </a:lvl1p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章タイトルを入力</a:t>
            </a:r>
          </a:p>
        </p:txBody>
      </p:sp>
      <p:sp>
        <p:nvSpPr>
          <p:cNvPr id="4" name="章罫"/>
          <p:cNvSpPr/>
          <p:nvPr/>
        </p:nvSpPr>
        <p:spPr>
          <a:xfrm>
            <a:off x="732000" y="5222520"/>
            <a:ext cx="18288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732000" y="5487120"/>
            <a:ext cx="3962400" cy="108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732000" y="1618200"/>
            <a:ext cx="6096000" cy="7961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732000" y="1618200"/>
            <a:ext cx="28956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732000" y="2058600"/>
            <a:ext cx="2895600" cy="75213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932400" y="1618200"/>
            <a:ext cx="28956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932400" y="2058600"/>
            <a:ext cx="2895600" cy="75213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732000" y="1618200"/>
            <a:ext cx="60960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732000" y="1946400"/>
            <a:ext cx="6096000" cy="71211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732000" y="1946400"/>
            <a:ext cx="6096000" cy="71211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732000" y="9219900"/>
            <a:ext cx="60960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732000" y="4320000"/>
            <a:ext cx="60960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FFFFFF"/>
                </a:solidFill>
                <a:latin typeface="+mn-lt"/>
                <a:ea typeface="+mn-ea"/>
                <a:cs typeface="+mn-cs"/>
              </a:defRPr>
            </a:lvl1p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組織名を入力</a:t>
            </a:r>
          </a:p>
        </p:txBody>
      </p:sp>
      <p:sp>
        <p:nvSpPr>
          <p:cNvPr id="3" name="裏表紙罫"/>
          <p:cNvSpPr/>
          <p:nvPr/>
        </p:nvSpPr>
        <p:spPr>
          <a:xfrm>
            <a:off x="732000" y="5094000"/>
            <a:ext cx="18288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732000" y="5360400"/>
            <a:ext cx="3962400" cy="144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問い合わせ先・URLを入力</a:t>
            </a:r>
          </a:p>
        </p:txBody>
      </p:sp>
      <p:sp>
        <p:nvSpPr>
          <p:cNvPr id="5" name="出典"/>
          <p:cNvSpPr txBox="1"/>
          <p:nvPr/>
        </p:nvSpPr>
        <p:spPr>
          <a:xfrm>
            <a:off x="732000" y="9432000"/>
            <a:ext cx="60960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本テンプレートはDADSの規定をA4タテ印刷向けに加工したものであり、デジタル庁が作成したものではありません。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732000" y="1618200"/>
            <a:ext cx="6096000" cy="7961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700"/>
        </a:lnSpc>
        <a:spcBef>
          <a:spcPts val="0"/>
        </a:spcBef>
        <a:buNone/>
        <a:defRPr sz="1800" b="1" i="0" spc="36" kern="1200" dirty="0">
          <a:solidFill>
            <a:srgbClr val="000000"/>
          </a:solidFill>
          <a:latin typeface="+mn-lt"/>
          <a:ea typeface="+mn-ea"/>
          <a:cs typeface="+mn-cs"/>
        </a:defRPr>
      </a:lvl1pPr>
    </p:titleStyle>
    <p:body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2040"/>
        </a:lnSpc>
        <a:spcBef>
          <a:spcPts val="0"/>
        </a:spcBef>
        <a:buNone/>
        <a:defRPr sz="1200" b="0" i="0" spc="24" kern="1200" dirty="0">
          <a:solidFill>
            <a:srgbClr val="000000"/>
          </a:solidFill>
          <a:latin typeface="+mn-lt"/>
          <a:ea typeface="+mn-ea"/>
          <a:cs typeface="+mn-cs"/>
        </a:defRPr>
      </a:lvl3pPr>
      <a:lvl4pPr marL="0" indent="0" algn="l">
        <a:lnSpc>
          <a:spcPts val="2040"/>
        </a:lnSpc>
        <a:spcBef>
          <a:spcPts val="0"/>
        </a:spcBef>
        <a:buNone/>
        <a:defRPr sz="1200" b="0" i="0" spc="24" kern="1200" dirty="0">
          <a:solidFill>
            <a:srgbClr val="000000"/>
          </a:solidFill>
          <a:latin typeface="+mn-lt"/>
          <a:ea typeface="+mn-ea"/>
          <a:cs typeface="+mn-cs"/>
        </a:defRPr>
      </a:lvl4pPr>
      <a:lvl5pPr marL="0" indent="0" algn="l">
        <a:lnSpc>
          <a:spcPts val="2040"/>
        </a:lnSpc>
        <a:spcBef>
          <a:spcPts val="0"/>
        </a:spcBef>
        <a:buNone/>
        <a:defRPr sz="1200" b="0" i="0" spc="24"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サブタイトルが入ります（A4タテ・デジタル庁デザインシステム準拠）</a:t>
            </a:r>
          </a:p>
        </p:txBody>
      </p:sp>
      <p:sp>
        <p:nvSpPr>
          <p:cNvPr id="5" name="Text Placeholder 4"/>
          <p:cNvSpPr>
            <a:spLocks noGrp="1"/>
          </p:cNvSpPr>
          <p:nvPr>
            <p:ph type="body" idx="1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01　本テンプレートの目的</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02　レイアウトの考え方</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03　タイポグラフィとカラー</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04　作図・作表の指針</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05　利用上の注意と出典</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マージン・カラム・ガターの定義と、A4タテでの版面の取り方を示します。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A4タテ（210×297mm）の版面は、デジタル庁デザインシステムのレイアウト規定（マージン・カラム・ガター）に従って構成します。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マージン：左右 20.3mm／上下 16.9mm。版面幅は 169.3mm となります。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カラム：6カラム。1カラムの幅は 21.2mm（本文文字サイズ16pxの5倍）です。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ガター：8.5mm。本文文字サイズの2倍を確保し、隣接カラムの誤読を防ぎます。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732000" y="1762200"/>
            <a:ext cx="3962400" cy="5603966"/>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1115661" y="2081708"/>
            <a:ext cx="3195078" cy="528634"/>
          </a:xfrm>
          <a:prstGeom prst="rect">
            <a:avLst/>
          </a:prstGeom>
          <a:solidFill>
            <a:srgbClr val="F7F8FB"/>
          </a:solidFill>
          <a:ln>
            <a:noFill/>
          </a:ln>
        </p:spPr>
        <p:txBody>
          <a:bodyPr/>
          <a:lstStyle/>
          <a:p/>
        </p:txBody>
      </p:sp>
      <p:sp>
        <p:nvSpPr>
          <p:cNvPr id="502" name="フッター帯"/>
          <p:cNvSpPr/>
          <p:nvPr/>
        </p:nvSpPr>
        <p:spPr>
          <a:xfrm>
            <a:off x="1115661" y="6903100"/>
            <a:ext cx="3195078" cy="143558"/>
          </a:xfrm>
          <a:prstGeom prst="rect">
            <a:avLst/>
          </a:prstGeom>
          <a:solidFill>
            <a:srgbClr val="F7F8FB"/>
          </a:solidFill>
          <a:ln>
            <a:noFill/>
          </a:ln>
        </p:spPr>
        <p:txBody>
          <a:bodyPr/>
          <a:lstStyle/>
          <a:p/>
        </p:txBody>
      </p:sp>
      <p:sp>
        <p:nvSpPr>
          <p:cNvPr id="503" name="見出し罫図"/>
          <p:cNvSpPr/>
          <p:nvPr/>
        </p:nvSpPr>
        <p:spPr>
          <a:xfrm>
            <a:off x="1115661" y="2481093"/>
            <a:ext cx="3195078" cy="10800"/>
          </a:xfrm>
          <a:prstGeom prst="rect">
            <a:avLst/>
          </a:prstGeom>
          <a:solidFill>
            <a:srgbClr val="0C21BA"/>
          </a:solidFill>
          <a:ln>
            <a:noFill/>
          </a:ln>
        </p:spPr>
        <p:txBody>
          <a:bodyPr/>
          <a:lstStyle/>
          <a:p/>
        </p:txBody>
      </p:sp>
      <p:sp>
        <p:nvSpPr>
          <p:cNvPr id="504" name="カラム0"/>
          <p:cNvSpPr/>
          <p:nvPr/>
        </p:nvSpPr>
        <p:spPr>
          <a:xfrm>
            <a:off x="1115661" y="2610342"/>
            <a:ext cx="399385" cy="4172942"/>
          </a:xfrm>
          <a:prstGeom prst="rect">
            <a:avLst/>
          </a:prstGeom>
          <a:solidFill>
            <a:srgbClr val="CFDCF0"/>
          </a:solidFill>
          <a:ln>
            <a:noFill/>
          </a:ln>
        </p:spPr>
        <p:txBody>
          <a:bodyPr/>
          <a:lstStyle/>
          <a:p/>
        </p:txBody>
      </p:sp>
      <p:sp>
        <p:nvSpPr>
          <p:cNvPr id="505" name="カラム1"/>
          <p:cNvSpPr/>
          <p:nvPr/>
        </p:nvSpPr>
        <p:spPr>
          <a:xfrm>
            <a:off x="1674800" y="2610342"/>
            <a:ext cx="399385" cy="4172942"/>
          </a:xfrm>
          <a:prstGeom prst="rect">
            <a:avLst/>
          </a:prstGeom>
          <a:solidFill>
            <a:srgbClr val="CFDCF0"/>
          </a:solidFill>
          <a:ln>
            <a:noFill/>
          </a:ln>
        </p:spPr>
        <p:txBody>
          <a:bodyPr/>
          <a:lstStyle/>
          <a:p/>
        </p:txBody>
      </p:sp>
      <p:sp>
        <p:nvSpPr>
          <p:cNvPr id="506" name="カラム2"/>
          <p:cNvSpPr/>
          <p:nvPr/>
        </p:nvSpPr>
        <p:spPr>
          <a:xfrm>
            <a:off x="2233938" y="2610342"/>
            <a:ext cx="399385" cy="4172942"/>
          </a:xfrm>
          <a:prstGeom prst="rect">
            <a:avLst/>
          </a:prstGeom>
          <a:solidFill>
            <a:srgbClr val="CFDCF0"/>
          </a:solidFill>
          <a:ln>
            <a:noFill/>
          </a:ln>
        </p:spPr>
        <p:txBody>
          <a:bodyPr/>
          <a:lstStyle/>
          <a:p/>
        </p:txBody>
      </p:sp>
      <p:sp>
        <p:nvSpPr>
          <p:cNvPr id="507" name="カラム3"/>
          <p:cNvSpPr/>
          <p:nvPr/>
        </p:nvSpPr>
        <p:spPr>
          <a:xfrm>
            <a:off x="2793077" y="2610342"/>
            <a:ext cx="399385" cy="4172942"/>
          </a:xfrm>
          <a:prstGeom prst="rect">
            <a:avLst/>
          </a:prstGeom>
          <a:solidFill>
            <a:srgbClr val="CFDCF0"/>
          </a:solidFill>
          <a:ln>
            <a:noFill/>
          </a:ln>
        </p:spPr>
        <p:txBody>
          <a:bodyPr/>
          <a:lstStyle/>
          <a:p/>
        </p:txBody>
      </p:sp>
      <p:sp>
        <p:nvSpPr>
          <p:cNvPr id="508" name="カラム4"/>
          <p:cNvSpPr/>
          <p:nvPr/>
        </p:nvSpPr>
        <p:spPr>
          <a:xfrm>
            <a:off x="3352216" y="2610342"/>
            <a:ext cx="399385" cy="4172942"/>
          </a:xfrm>
          <a:prstGeom prst="rect">
            <a:avLst/>
          </a:prstGeom>
          <a:solidFill>
            <a:srgbClr val="CFDCF0"/>
          </a:solidFill>
          <a:ln>
            <a:noFill/>
          </a:ln>
        </p:spPr>
        <p:txBody>
          <a:bodyPr/>
          <a:lstStyle/>
          <a:p/>
        </p:txBody>
      </p:sp>
      <p:sp>
        <p:nvSpPr>
          <p:cNvPr id="509" name="カラム5"/>
          <p:cNvSpPr/>
          <p:nvPr/>
        </p:nvSpPr>
        <p:spPr>
          <a:xfrm>
            <a:off x="3911354" y="2610342"/>
            <a:ext cx="399385" cy="4172942"/>
          </a:xfrm>
          <a:prstGeom prst="rect">
            <a:avLst/>
          </a:prstGeom>
          <a:solidFill>
            <a:srgbClr val="CFDCF0"/>
          </a:solidFill>
          <a:ln>
            <a:noFill/>
          </a:ln>
        </p:spPr>
        <p:txBody>
          <a:bodyPr/>
          <a:lstStyle/>
          <a:p/>
        </p:txBody>
      </p:sp>
      <p:sp>
        <p:nvSpPr>
          <p:cNvPr id="510" name="図注1"/>
          <p:cNvSpPr txBox="1"/>
          <p:nvPr/>
        </p:nvSpPr>
        <p:spPr>
          <a:xfrm>
            <a:off x="732000" y="7474166"/>
            <a:ext cx="396240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4999200" y="1762200"/>
            <a:ext cx="182880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4999200" y="2086200"/>
            <a:ext cx="1828800" cy="5400"/>
          </a:xfrm>
          <a:prstGeom prst="rect">
            <a:avLst/>
          </a:prstGeom>
          <a:solidFill>
            <a:srgbClr val="99B0EC"/>
          </a:solidFill>
          <a:ln>
            <a:noFill/>
          </a:ln>
        </p:spPr>
        <p:txBody>
          <a:bodyPr/>
          <a:lstStyle/>
          <a:p/>
        </p:txBody>
      </p:sp>
      <p:sp>
        <p:nvSpPr>
          <p:cNvPr id="513" name="凡例用紙"/>
          <p:cNvSpPr txBox="1"/>
          <p:nvPr/>
        </p:nvSpPr>
        <p:spPr>
          <a:xfrm>
            <a:off x="4999200" y="215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A4タテ 210 × 297 mm</a:t>
            </a:r>
          </a:p>
        </p:txBody>
      </p:sp>
      <p:sp>
        <p:nvSpPr>
          <p:cNvPr id="514" name="凡例罫マージン"/>
          <p:cNvSpPr/>
          <p:nvPr/>
        </p:nvSpPr>
        <p:spPr>
          <a:xfrm>
            <a:off x="4999200" y="2626200"/>
            <a:ext cx="1828800" cy="5400"/>
          </a:xfrm>
          <a:prstGeom prst="rect">
            <a:avLst/>
          </a:prstGeom>
          <a:solidFill>
            <a:srgbClr val="99B0EC"/>
          </a:solidFill>
          <a:ln>
            <a:noFill/>
          </a:ln>
        </p:spPr>
        <p:txBody>
          <a:bodyPr/>
          <a:lstStyle/>
          <a:p/>
        </p:txBody>
      </p:sp>
      <p:sp>
        <p:nvSpPr>
          <p:cNvPr id="515" name="凡例マージン"/>
          <p:cNvSpPr txBox="1"/>
          <p:nvPr/>
        </p:nvSpPr>
        <p:spPr>
          <a:xfrm>
            <a:off x="4999200" y="269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20.3 mm／上下 16.9 mm</a:t>
            </a:r>
          </a:p>
        </p:txBody>
      </p:sp>
      <p:sp>
        <p:nvSpPr>
          <p:cNvPr id="516" name="凡例罫版面"/>
          <p:cNvSpPr/>
          <p:nvPr/>
        </p:nvSpPr>
        <p:spPr>
          <a:xfrm>
            <a:off x="4999200" y="3166200"/>
            <a:ext cx="1828800" cy="5400"/>
          </a:xfrm>
          <a:prstGeom prst="rect">
            <a:avLst/>
          </a:prstGeom>
          <a:solidFill>
            <a:srgbClr val="99B0EC"/>
          </a:solidFill>
          <a:ln>
            <a:noFill/>
          </a:ln>
        </p:spPr>
        <p:txBody>
          <a:bodyPr/>
          <a:lstStyle/>
          <a:p/>
        </p:txBody>
      </p:sp>
      <p:sp>
        <p:nvSpPr>
          <p:cNvPr id="517" name="凡例版面"/>
          <p:cNvSpPr txBox="1"/>
          <p:nvPr/>
        </p:nvSpPr>
        <p:spPr>
          <a:xfrm>
            <a:off x="4999200" y="323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169.3 × 221.2 mm</a:t>
            </a:r>
          </a:p>
        </p:txBody>
      </p:sp>
      <p:sp>
        <p:nvSpPr>
          <p:cNvPr id="518" name="凡例罫カラム"/>
          <p:cNvSpPr/>
          <p:nvPr/>
        </p:nvSpPr>
        <p:spPr>
          <a:xfrm>
            <a:off x="4999200" y="3706200"/>
            <a:ext cx="1828800" cy="5400"/>
          </a:xfrm>
          <a:prstGeom prst="rect">
            <a:avLst/>
          </a:prstGeom>
          <a:solidFill>
            <a:srgbClr val="99B0EC"/>
          </a:solidFill>
          <a:ln>
            <a:noFill/>
          </a:ln>
        </p:spPr>
        <p:txBody>
          <a:bodyPr/>
          <a:lstStyle/>
          <a:p/>
        </p:txBody>
      </p:sp>
      <p:sp>
        <p:nvSpPr>
          <p:cNvPr id="519" name="凡例カラム"/>
          <p:cNvSpPr txBox="1"/>
          <p:nvPr/>
        </p:nvSpPr>
        <p:spPr>
          <a:xfrm>
            <a:off x="4999200" y="377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21.2 mm</a:t>
            </a:r>
          </a:p>
        </p:txBody>
      </p:sp>
      <p:sp>
        <p:nvSpPr>
          <p:cNvPr id="520" name="凡例罫ガター"/>
          <p:cNvSpPr/>
          <p:nvPr/>
        </p:nvSpPr>
        <p:spPr>
          <a:xfrm>
            <a:off x="4999200" y="4246200"/>
            <a:ext cx="1828800" cy="5400"/>
          </a:xfrm>
          <a:prstGeom prst="rect">
            <a:avLst/>
          </a:prstGeom>
          <a:solidFill>
            <a:srgbClr val="99B0EC"/>
          </a:solidFill>
          <a:ln>
            <a:noFill/>
          </a:ln>
        </p:spPr>
        <p:txBody>
          <a:bodyPr/>
          <a:lstStyle/>
          <a:p/>
        </p:txBody>
      </p:sp>
      <p:sp>
        <p:nvSpPr>
          <p:cNvPr id="521" name="凡例ガター"/>
          <p:cNvSpPr txBox="1"/>
          <p:nvPr/>
        </p:nvSpPr>
        <p:spPr>
          <a:xfrm>
            <a:off x="4999200" y="431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8.5 mm（本文の2倍）</a:t>
            </a:r>
          </a:p>
        </p:txBody>
      </p:sp>
      <p:sp>
        <p:nvSpPr>
          <p:cNvPr id="522" name="凡例罫ヘッダー領域"/>
          <p:cNvSpPr/>
          <p:nvPr/>
        </p:nvSpPr>
        <p:spPr>
          <a:xfrm>
            <a:off x="4999200" y="4786200"/>
            <a:ext cx="1828800" cy="5400"/>
          </a:xfrm>
          <a:prstGeom prst="rect">
            <a:avLst/>
          </a:prstGeom>
          <a:solidFill>
            <a:srgbClr val="99B0EC"/>
          </a:solidFill>
          <a:ln>
            <a:noFill/>
          </a:ln>
        </p:spPr>
        <p:txBody>
          <a:bodyPr/>
          <a:lstStyle/>
          <a:p/>
        </p:txBody>
      </p:sp>
      <p:sp>
        <p:nvSpPr>
          <p:cNvPr id="523" name="凡例ヘッダー領域"/>
          <p:cNvSpPr txBox="1"/>
          <p:nvPr/>
        </p:nvSpPr>
        <p:spPr>
          <a:xfrm>
            <a:off x="4999200" y="485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16.9 〜 45.0 mm</a:t>
            </a:r>
          </a:p>
        </p:txBody>
      </p:sp>
      <p:sp>
        <p:nvSpPr>
          <p:cNvPr id="524" name="凡例罫フッター領域"/>
          <p:cNvSpPr/>
          <p:nvPr/>
        </p:nvSpPr>
        <p:spPr>
          <a:xfrm>
            <a:off x="4999200" y="5326200"/>
            <a:ext cx="1828800" cy="5400"/>
          </a:xfrm>
          <a:prstGeom prst="rect">
            <a:avLst/>
          </a:prstGeom>
          <a:solidFill>
            <a:srgbClr val="99B0EC"/>
          </a:solidFill>
          <a:ln>
            <a:noFill/>
          </a:ln>
        </p:spPr>
        <p:txBody>
          <a:bodyPr/>
          <a:lstStyle/>
          <a:p/>
        </p:txBody>
      </p:sp>
      <p:sp>
        <p:nvSpPr>
          <p:cNvPr id="525" name="凡例フッター領域"/>
          <p:cNvSpPr txBox="1"/>
          <p:nvPr/>
        </p:nvSpPr>
        <p:spPr>
          <a:xfrm>
            <a:off x="4999200" y="539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272.5 〜 280.1 mm</a:t>
            </a:r>
          </a:p>
        </p:txBody>
      </p:sp>
      <p:sp>
        <p:nvSpPr>
          <p:cNvPr id="526" name="図解説"/>
          <p:cNvSpPr txBox="1"/>
          <p:nvPr/>
        </p:nvSpPr>
        <p:spPr>
          <a:xfrm>
            <a:off x="732000" y="7942166"/>
            <a:ext cx="396240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図・表・カードはカラムの左端と右端にそろえます。カラムをまたぐ場合はガター分を含めた幅（2カラム＝50.8mm、3カラム＝80.4mm、6カラム＝169.3mm）を使います。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対になる情報（現状と課題、施策と効果など）を並べて比較する場合に使用します。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 80.4mm（3カラム分）。1行あたりの文字数は本文12ptで約19文字となり、視線の折り返しが短く読み進めやすい行長です。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上端を必ず揃え、下端は無理に揃えません。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732000" y="1618200"/>
            <a:ext cx="2895600" cy="1224000"/>
          </a:xfrm>
          <a:prstGeom prst="rect">
            <a:avLst/>
          </a:prstGeom>
          <a:solidFill>
            <a:srgbClr val="F7F8FB"/>
          </a:solidFill>
          <a:ln>
            <a:noFill/>
          </a:ln>
        </p:spPr>
        <p:txBody>
          <a:bodyPr/>
          <a:lstStyle/>
          <a:p/>
        </p:txBody>
      </p:sp>
      <p:sp>
        <p:nvSpPr>
          <p:cNvPr id="101" name="カード罫0"/>
          <p:cNvSpPr/>
          <p:nvPr/>
        </p:nvSpPr>
        <p:spPr>
          <a:xfrm>
            <a:off x="732000" y="1618200"/>
            <a:ext cx="43200" cy="1224000"/>
          </a:xfrm>
          <a:prstGeom prst="rect">
            <a:avLst/>
          </a:prstGeom>
          <a:solidFill>
            <a:srgbClr val="0C21BA"/>
          </a:solidFill>
          <a:ln>
            <a:noFill/>
          </a:ln>
        </p:spPr>
        <p:txBody>
          <a:bodyPr/>
          <a:lstStyle/>
          <a:p/>
        </p:txBody>
      </p:sp>
      <p:sp>
        <p:nvSpPr>
          <p:cNvPr id="102" name="カード文言0"/>
          <p:cNvSpPr txBox="1"/>
          <p:nvPr/>
        </p:nvSpPr>
        <p:spPr>
          <a:xfrm>
            <a:off x="960600" y="18468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932400" y="1618200"/>
            <a:ext cx="2895600" cy="1224000"/>
          </a:xfrm>
          <a:prstGeom prst="rect">
            <a:avLst/>
          </a:prstGeom>
          <a:solidFill>
            <a:srgbClr val="F7F8FB"/>
          </a:solidFill>
          <a:ln>
            <a:noFill/>
          </a:ln>
        </p:spPr>
        <p:txBody>
          <a:bodyPr/>
          <a:lstStyle/>
          <a:p/>
        </p:txBody>
      </p:sp>
      <p:sp>
        <p:nvSpPr>
          <p:cNvPr id="104" name="カード罫1"/>
          <p:cNvSpPr/>
          <p:nvPr/>
        </p:nvSpPr>
        <p:spPr>
          <a:xfrm>
            <a:off x="3932400" y="1618200"/>
            <a:ext cx="43200" cy="1224000"/>
          </a:xfrm>
          <a:prstGeom prst="rect">
            <a:avLst/>
          </a:prstGeom>
          <a:solidFill>
            <a:srgbClr val="0C21BA"/>
          </a:solidFill>
          <a:ln>
            <a:noFill/>
          </a:ln>
        </p:spPr>
        <p:txBody>
          <a:bodyPr/>
          <a:lstStyle/>
          <a:p/>
        </p:txBody>
      </p:sp>
      <p:sp>
        <p:nvSpPr>
          <p:cNvPr id="105" name="カード文言1"/>
          <p:cNvSpPr txBox="1"/>
          <p:nvPr/>
        </p:nvSpPr>
        <p:spPr>
          <a:xfrm>
            <a:off x="4161000" y="18468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732000" y="3147000"/>
            <a:ext cx="2895600" cy="1224000"/>
          </a:xfrm>
          <a:prstGeom prst="rect">
            <a:avLst/>
          </a:prstGeom>
          <a:solidFill>
            <a:srgbClr val="F7F8FB"/>
          </a:solidFill>
          <a:ln>
            <a:noFill/>
          </a:ln>
        </p:spPr>
        <p:txBody>
          <a:bodyPr/>
          <a:lstStyle/>
          <a:p/>
        </p:txBody>
      </p:sp>
      <p:sp>
        <p:nvSpPr>
          <p:cNvPr id="107" name="カード罫2"/>
          <p:cNvSpPr/>
          <p:nvPr/>
        </p:nvSpPr>
        <p:spPr>
          <a:xfrm>
            <a:off x="732000" y="3147000"/>
            <a:ext cx="43200" cy="1224000"/>
          </a:xfrm>
          <a:prstGeom prst="rect">
            <a:avLst/>
          </a:prstGeom>
          <a:solidFill>
            <a:srgbClr val="0C21BA"/>
          </a:solidFill>
          <a:ln>
            <a:noFill/>
          </a:ln>
        </p:spPr>
        <p:txBody>
          <a:bodyPr/>
          <a:lstStyle/>
          <a:p/>
        </p:txBody>
      </p:sp>
      <p:sp>
        <p:nvSpPr>
          <p:cNvPr id="108" name="カード文言2"/>
          <p:cNvSpPr txBox="1"/>
          <p:nvPr/>
        </p:nvSpPr>
        <p:spPr>
          <a:xfrm>
            <a:off x="960600" y="33756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932400" y="3147000"/>
            <a:ext cx="2895600" cy="1224000"/>
          </a:xfrm>
          <a:prstGeom prst="rect">
            <a:avLst/>
          </a:prstGeom>
          <a:solidFill>
            <a:srgbClr val="F7F8FB"/>
          </a:solidFill>
          <a:ln>
            <a:noFill/>
          </a:ln>
        </p:spPr>
        <p:txBody>
          <a:bodyPr/>
          <a:lstStyle/>
          <a:p/>
        </p:txBody>
      </p:sp>
      <p:sp>
        <p:nvSpPr>
          <p:cNvPr id="110" name="カード罫3"/>
          <p:cNvSpPr/>
          <p:nvPr/>
        </p:nvSpPr>
        <p:spPr>
          <a:xfrm>
            <a:off x="3932400" y="3147000"/>
            <a:ext cx="43200" cy="1224000"/>
          </a:xfrm>
          <a:prstGeom prst="rect">
            <a:avLst/>
          </a:prstGeom>
          <a:solidFill>
            <a:srgbClr val="0C21BA"/>
          </a:solidFill>
          <a:ln>
            <a:noFill/>
          </a:ln>
        </p:spPr>
        <p:txBody>
          <a:bodyPr/>
          <a:lstStyle/>
          <a:p/>
        </p:txBody>
      </p:sp>
      <p:sp>
        <p:nvSpPr>
          <p:cNvPr id="111" name="カード文言3"/>
          <p:cNvSpPr txBox="1"/>
          <p:nvPr/>
        </p:nvSpPr>
        <p:spPr>
          <a:xfrm>
            <a:off x="4161000" y="33756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732000" y="4675800"/>
            <a:ext cx="60960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ラベル（10.5pt）→ 数値（24pt）→ 補足（10.5pt）の3階層で、視線が数値に止まるようにしています。カードの内側パディングは余白スケールの 6.4mm、カード間のガターは 8.5mm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169.3mm）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732000" y="1618200"/>
          <a:ext cx="6096000" cy="1872000"/>
        </p:xfrm>
        <a:graphic>
          <a:graphicData uri="http://schemas.openxmlformats.org/drawingml/2006/table">
            <a:tbl>
              <a:tblPr firstRow="0" bandRow="0"/>
              <a:tblGrid>
                <a:gridCol w="2590800"/>
                <a:gridCol w="1168400"/>
                <a:gridCol w="1168400"/>
                <a:gridCol w="116840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732000" y="3795000"/>
            <a:ext cx="60960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732000" y="1618200"/>
            <a:ext cx="60960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書体は和文に BIZ UDPGothic、欧文に Arial を使用します（いずれもPCに標準搭載され、WindowsとMacで書体名が一致します）。サイズはデジタル庁デザインシステムのテキストスタイル（CSS px）を 0.75 倍して pt に換算した値です。</a:t>
            </a:r>
          </a:p>
        </p:txBody>
      </p:sp>
      <p:sp>
        <p:nvSpPr>
          <p:cNvPr id="301" name="用途cover_title"/>
          <p:cNvSpPr txBox="1"/>
          <p:nvPr/>
        </p:nvSpPr>
        <p:spPr>
          <a:xfrm>
            <a:off x="732000" y="2266200"/>
            <a:ext cx="1080000" cy="784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956000" y="2266200"/>
            <a:ext cx="3144000" cy="784080"/>
          </a:xfrm>
          <a:prstGeom prst="rect">
            <a:avLst/>
          </a:prstGeom>
          <a:noFill/>
        </p:spPr>
        <p:txBody>
          <a:bodyPr wrap="square" lIns="0" tIns="0" rIns="0" bIns="0" anchor="ctr" anchorCtr="0"/>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見本 Sample</a:t>
            </a:r>
          </a:p>
        </p:txBody>
      </p:sp>
      <p:sp>
        <p:nvSpPr>
          <p:cNvPr id="303" name="仕様cover_title"/>
          <p:cNvSpPr txBox="1"/>
          <p:nvPr/>
        </p:nvSpPr>
        <p:spPr>
          <a:xfrm>
            <a:off x="5172000" y="2266200"/>
            <a:ext cx="1656000" cy="784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Dsp-48B-140／36pt</a:t>
            </a:r>
          </a:p>
        </p:txBody>
      </p:sp>
      <p:sp>
        <p:nvSpPr>
          <p:cNvPr id="304" name="区切cover_title"/>
          <p:cNvSpPr/>
          <p:nvPr/>
        </p:nvSpPr>
        <p:spPr>
          <a:xfrm>
            <a:off x="732000" y="3088380"/>
            <a:ext cx="6096000" cy="5400"/>
          </a:xfrm>
          <a:prstGeom prst="rect">
            <a:avLst/>
          </a:prstGeom>
          <a:solidFill>
            <a:srgbClr val="99B0EC"/>
          </a:solidFill>
          <a:ln>
            <a:noFill/>
          </a:ln>
        </p:spPr>
        <p:txBody>
          <a:bodyPr/>
          <a:lstStyle/>
          <a:p/>
        </p:txBody>
      </p:sp>
      <p:sp>
        <p:nvSpPr>
          <p:cNvPr id="305" name="用途section_ttl"/>
          <p:cNvSpPr txBox="1"/>
          <p:nvPr/>
        </p:nvSpPr>
        <p:spPr>
          <a:xfrm>
            <a:off x="732000" y="3126480"/>
            <a:ext cx="1080000" cy="6012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956000" y="3126480"/>
            <a:ext cx="3144000" cy="601200"/>
          </a:xfrm>
          <a:prstGeom prst="rect">
            <a:avLst/>
          </a:prstGeom>
          <a:noFill/>
        </p:spPr>
        <p:txBody>
          <a:bodyPr wrap="square" lIns="0" tIns="0" rIns="0" bIns="0" anchor="ctr" anchorCtr="0"/>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見本 Sample 0123</a:t>
            </a:r>
          </a:p>
        </p:txBody>
      </p:sp>
      <p:sp>
        <p:nvSpPr>
          <p:cNvPr id="307" name="仕様section_ttl"/>
          <p:cNvSpPr txBox="1"/>
          <p:nvPr/>
        </p:nvSpPr>
        <p:spPr>
          <a:xfrm>
            <a:off x="5172000" y="3126480"/>
            <a:ext cx="1656000" cy="6012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Std-32B-150／24pt</a:t>
            </a:r>
          </a:p>
        </p:txBody>
      </p:sp>
      <p:sp>
        <p:nvSpPr>
          <p:cNvPr id="308" name="区切section_ttl"/>
          <p:cNvSpPr/>
          <p:nvPr/>
        </p:nvSpPr>
        <p:spPr>
          <a:xfrm>
            <a:off x="732000" y="3765780"/>
            <a:ext cx="6096000" cy="5400"/>
          </a:xfrm>
          <a:prstGeom prst="rect">
            <a:avLst/>
          </a:prstGeom>
          <a:solidFill>
            <a:srgbClr val="99B0EC"/>
          </a:solidFill>
          <a:ln>
            <a:noFill/>
          </a:ln>
        </p:spPr>
        <p:txBody>
          <a:bodyPr/>
          <a:lstStyle/>
          <a:p/>
        </p:txBody>
      </p:sp>
      <p:sp>
        <p:nvSpPr>
          <p:cNvPr id="309" name="用途page_title"/>
          <p:cNvSpPr txBox="1"/>
          <p:nvPr/>
        </p:nvSpPr>
        <p:spPr>
          <a:xfrm>
            <a:off x="732000" y="3803880"/>
            <a:ext cx="1080000" cy="4869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956000" y="3803880"/>
            <a:ext cx="3144000" cy="486900"/>
          </a:xfrm>
          <a:prstGeom prst="rect">
            <a:avLst/>
          </a:prstGeom>
          <a:noFill/>
        </p:spPr>
        <p:txBody>
          <a:bodyPr wrap="square" lIns="0" tIns="0" rIns="0" bIns="0" anchor="ctr" anchorCtr="0"/>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見本 Sample 0123</a:t>
            </a:r>
          </a:p>
        </p:txBody>
      </p:sp>
      <p:sp>
        <p:nvSpPr>
          <p:cNvPr id="311" name="仕様page_title"/>
          <p:cNvSpPr txBox="1"/>
          <p:nvPr/>
        </p:nvSpPr>
        <p:spPr>
          <a:xfrm>
            <a:off x="5172000" y="3803880"/>
            <a:ext cx="1656000" cy="4869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Std-24B-150／18pt</a:t>
            </a:r>
          </a:p>
        </p:txBody>
      </p:sp>
      <p:sp>
        <p:nvSpPr>
          <p:cNvPr id="312" name="区切page_title"/>
          <p:cNvSpPr/>
          <p:nvPr/>
        </p:nvSpPr>
        <p:spPr>
          <a:xfrm>
            <a:off x="732000" y="4328880"/>
            <a:ext cx="6096000" cy="5400"/>
          </a:xfrm>
          <a:prstGeom prst="rect">
            <a:avLst/>
          </a:prstGeom>
          <a:solidFill>
            <a:srgbClr val="99B0EC"/>
          </a:solidFill>
          <a:ln>
            <a:noFill/>
          </a:ln>
        </p:spPr>
        <p:txBody>
          <a:bodyPr/>
          <a:lstStyle/>
          <a:p/>
        </p:txBody>
      </p:sp>
      <p:sp>
        <p:nvSpPr>
          <p:cNvPr id="313" name="用途h2"/>
          <p:cNvSpPr txBox="1"/>
          <p:nvPr/>
        </p:nvSpPr>
        <p:spPr>
          <a:xfrm>
            <a:off x="732000" y="4366980"/>
            <a:ext cx="108000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956000" y="4366980"/>
            <a:ext cx="314400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 0123</a:t>
            </a:r>
          </a:p>
        </p:txBody>
      </p:sp>
      <p:sp>
        <p:nvSpPr>
          <p:cNvPr id="315" name="仕様h2"/>
          <p:cNvSpPr txBox="1"/>
          <p:nvPr/>
        </p:nvSpPr>
        <p:spPr>
          <a:xfrm>
            <a:off x="5172000" y="4366980"/>
            <a:ext cx="16560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6" name="区切h2"/>
          <p:cNvSpPr/>
          <p:nvPr/>
        </p:nvSpPr>
        <p:spPr>
          <a:xfrm>
            <a:off x="732000" y="4834830"/>
            <a:ext cx="6096000" cy="5400"/>
          </a:xfrm>
          <a:prstGeom prst="rect">
            <a:avLst/>
          </a:prstGeom>
          <a:solidFill>
            <a:srgbClr val="99B0EC"/>
          </a:solidFill>
          <a:ln>
            <a:noFill/>
          </a:ln>
        </p:spPr>
        <p:txBody>
          <a:bodyPr/>
          <a:lstStyle/>
          <a:p/>
        </p:txBody>
      </p:sp>
      <p:sp>
        <p:nvSpPr>
          <p:cNvPr id="317" name="用途h3"/>
          <p:cNvSpPr txBox="1"/>
          <p:nvPr/>
        </p:nvSpPr>
        <p:spPr>
          <a:xfrm>
            <a:off x="732000" y="4872930"/>
            <a:ext cx="108000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956000" y="4872930"/>
            <a:ext cx="314400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5172000" y="4872930"/>
            <a:ext cx="1656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732000" y="5314110"/>
            <a:ext cx="6096000" cy="5400"/>
          </a:xfrm>
          <a:prstGeom prst="rect">
            <a:avLst/>
          </a:prstGeom>
          <a:solidFill>
            <a:srgbClr val="99B0EC"/>
          </a:solidFill>
          <a:ln>
            <a:noFill/>
          </a:ln>
        </p:spPr>
        <p:txBody>
          <a:bodyPr/>
          <a:lstStyle/>
          <a:p/>
        </p:txBody>
      </p:sp>
      <p:sp>
        <p:nvSpPr>
          <p:cNvPr id="321" name="用途body"/>
          <p:cNvSpPr txBox="1"/>
          <p:nvPr/>
        </p:nvSpPr>
        <p:spPr>
          <a:xfrm>
            <a:off x="732000" y="5352210"/>
            <a:ext cx="108000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956000" y="5352210"/>
            <a:ext cx="3144000" cy="403080"/>
          </a:xfrm>
          <a:prstGeom prst="rect">
            <a:avLst/>
          </a:prstGeom>
          <a:noFill/>
        </p:spPr>
        <p:txBody>
          <a:bodyPr wrap="square" lIns="0" tIns="0" rIns="0" bIns="0" anchor="ctr"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見本 Sample 0123</a:t>
            </a:r>
          </a:p>
        </p:txBody>
      </p:sp>
      <p:sp>
        <p:nvSpPr>
          <p:cNvPr id="323" name="仕様body"/>
          <p:cNvSpPr txBox="1"/>
          <p:nvPr/>
        </p:nvSpPr>
        <p:spPr>
          <a:xfrm>
            <a:off x="5172000" y="5352210"/>
            <a:ext cx="1656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Std-16N-170／12pt</a:t>
            </a:r>
          </a:p>
        </p:txBody>
      </p:sp>
      <p:sp>
        <p:nvSpPr>
          <p:cNvPr id="324" name="区切body"/>
          <p:cNvSpPr/>
          <p:nvPr/>
        </p:nvSpPr>
        <p:spPr>
          <a:xfrm>
            <a:off x="732000" y="5793390"/>
            <a:ext cx="6096000" cy="5400"/>
          </a:xfrm>
          <a:prstGeom prst="rect">
            <a:avLst/>
          </a:prstGeom>
          <a:solidFill>
            <a:srgbClr val="99B0EC"/>
          </a:solidFill>
          <a:ln>
            <a:noFill/>
          </a:ln>
        </p:spPr>
        <p:txBody>
          <a:bodyPr/>
          <a:lstStyle/>
          <a:p/>
        </p:txBody>
      </p:sp>
      <p:sp>
        <p:nvSpPr>
          <p:cNvPr id="325" name="用途dense"/>
          <p:cNvSpPr txBox="1"/>
          <p:nvPr/>
        </p:nvSpPr>
        <p:spPr>
          <a:xfrm>
            <a:off x="732000" y="5831490"/>
            <a:ext cx="108000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956000" y="5831490"/>
            <a:ext cx="314400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5172000" y="5831490"/>
            <a:ext cx="16560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732000" y="6186945"/>
            <a:ext cx="6096000" cy="5400"/>
          </a:xfrm>
          <a:prstGeom prst="rect">
            <a:avLst/>
          </a:prstGeom>
          <a:solidFill>
            <a:srgbClr val="99B0EC"/>
          </a:solidFill>
          <a:ln>
            <a:noFill/>
          </a:ln>
        </p:spPr>
        <p:txBody>
          <a:bodyPr/>
          <a:lstStyle/>
          <a:p/>
        </p:txBody>
      </p:sp>
      <p:sp>
        <p:nvSpPr>
          <p:cNvPr id="329" name="行間説明"/>
          <p:cNvSpPr txBox="1"/>
          <p:nvPr/>
        </p:nvSpPr>
        <p:spPr>
          <a:xfrm>
            <a:off x="732000" y="6453645"/>
            <a:ext cx="6096000" cy="252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行間と字間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行間はフォントサイズに対する比率で固定しています（本文170%／見出し150%／表・注記130%）。PowerPoint上は「固定値（pt）」で指定しているため、書体を入れ替えても行の位置がずれません。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字間はデジタル庁デザインシステムの指定（0％・1％・2％）を pt に換算して設定済みです。個別に変更しないでください。</a:t>
            </a:r>
          </a:p>
          <a:p>
            <a:pPr marL="162000" indent="-162000" algn="l">
              <a:lnSpc>
                <a:spcPts val="2040"/>
              </a:lnSpc>
              <a:spcBef>
                <a:spcPts val="8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DADSの14 CSS px 未満のサイズは使用しません。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強調は太さレベル（Bold）で行い、下線や斜体は使用しません。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732000" y="1618200"/>
            <a:ext cx="60960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732000" y="2266200"/>
            <a:ext cx="2895600" cy="432000"/>
          </a:xfrm>
          <a:prstGeom prst="rect">
            <a:avLst/>
          </a:prstGeom>
          <a:solidFill>
            <a:srgbClr val="0C21BA"/>
          </a:solidFill>
          <a:ln>
            <a:noFill/>
          </a:ln>
        </p:spPr>
        <p:txBody>
          <a:bodyPr/>
          <a:lstStyle/>
          <a:p/>
        </p:txBody>
      </p:sp>
      <p:sp>
        <p:nvSpPr>
          <p:cNvPr id="402" name="色名0"/>
          <p:cNvSpPr txBox="1"/>
          <p:nvPr/>
        </p:nvSpPr>
        <p:spPr>
          <a:xfrm>
            <a:off x="732000" y="2752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932400" y="2266200"/>
            <a:ext cx="2895600" cy="432000"/>
          </a:xfrm>
          <a:prstGeom prst="rect">
            <a:avLst/>
          </a:prstGeom>
          <a:solidFill>
            <a:srgbClr val="2E4EE7"/>
          </a:solidFill>
          <a:ln>
            <a:noFill/>
          </a:ln>
        </p:spPr>
        <p:txBody>
          <a:bodyPr/>
          <a:lstStyle/>
          <a:p/>
        </p:txBody>
      </p:sp>
      <p:sp>
        <p:nvSpPr>
          <p:cNvPr id="404" name="色名1"/>
          <p:cNvSpPr txBox="1"/>
          <p:nvPr/>
        </p:nvSpPr>
        <p:spPr>
          <a:xfrm>
            <a:off x="3932400" y="2752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732000" y="3490200"/>
            <a:ext cx="2895600" cy="432000"/>
          </a:xfrm>
          <a:prstGeom prst="rect">
            <a:avLst/>
          </a:prstGeom>
          <a:solidFill>
            <a:srgbClr val="4F7AE9"/>
          </a:solidFill>
          <a:ln>
            <a:noFill/>
          </a:ln>
        </p:spPr>
        <p:txBody>
          <a:bodyPr/>
          <a:lstStyle/>
          <a:p/>
        </p:txBody>
      </p:sp>
      <p:sp>
        <p:nvSpPr>
          <p:cNvPr id="406" name="色名2"/>
          <p:cNvSpPr txBox="1"/>
          <p:nvPr/>
        </p:nvSpPr>
        <p:spPr>
          <a:xfrm>
            <a:off x="732000" y="3976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932400" y="3490200"/>
            <a:ext cx="2895600" cy="432000"/>
          </a:xfrm>
          <a:prstGeom prst="rect">
            <a:avLst/>
          </a:prstGeom>
          <a:solidFill>
            <a:srgbClr val="626264"/>
          </a:solidFill>
          <a:ln>
            <a:noFill/>
          </a:ln>
        </p:spPr>
        <p:txBody>
          <a:bodyPr/>
          <a:lstStyle/>
          <a:p/>
        </p:txBody>
      </p:sp>
      <p:sp>
        <p:nvSpPr>
          <p:cNvPr id="408" name="色名3"/>
          <p:cNvSpPr txBox="1"/>
          <p:nvPr/>
        </p:nvSpPr>
        <p:spPr>
          <a:xfrm>
            <a:off x="3932400" y="3976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732000" y="4714200"/>
            <a:ext cx="2895600" cy="432000"/>
          </a:xfrm>
          <a:prstGeom prst="rect">
            <a:avLst/>
          </a:prstGeom>
          <a:solidFill>
            <a:srgbClr val="99B0EC"/>
          </a:solidFill>
          <a:ln>
            <a:noFill/>
          </a:ln>
        </p:spPr>
        <p:txBody>
          <a:bodyPr/>
          <a:lstStyle/>
          <a:p/>
        </p:txBody>
      </p:sp>
      <p:sp>
        <p:nvSpPr>
          <p:cNvPr id="410" name="色名4"/>
          <p:cNvSpPr txBox="1"/>
          <p:nvPr/>
        </p:nvSpPr>
        <p:spPr>
          <a:xfrm>
            <a:off x="732000" y="5200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932400" y="4714200"/>
            <a:ext cx="2895600" cy="432000"/>
          </a:xfrm>
          <a:prstGeom prst="rect">
            <a:avLst/>
          </a:prstGeom>
          <a:solidFill>
            <a:srgbClr val="CFDCF0"/>
          </a:solidFill>
          <a:ln>
            <a:noFill/>
          </a:ln>
        </p:spPr>
        <p:txBody>
          <a:bodyPr/>
          <a:lstStyle/>
          <a:p/>
        </p:txBody>
      </p:sp>
      <p:sp>
        <p:nvSpPr>
          <p:cNvPr id="412" name="色名5"/>
          <p:cNvSpPr txBox="1"/>
          <p:nvPr/>
        </p:nvSpPr>
        <p:spPr>
          <a:xfrm>
            <a:off x="3932400" y="5200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732000" y="6090600"/>
            <a:ext cx="6096000" cy="324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色の使用原則</a:t>
            </a:r>
          </a:p>
          <a:p>
            <a:pPr marL="162000" indent="-162000" algn="l">
              <a:lnSpc>
                <a:spcPts val="2040"/>
              </a:lnSpc>
              <a:spcBef>
                <a:spcPts val="6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テキストと背景のコントラスト比は常に 4.5:1 以上、罫線などの非テキスト要素は 3:1 以上を確保します。上の比率は実測値です。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コントラスト比が 4.5:1 未満の色を文字に使わないでください。ターシャリー以下の3色は面や罫線専用です。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色だけで情報を区別せず、文字・記号・形状を併用します。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フォーカスインジケーターの配色（Yellow-300 と Black の2重構造）はいかなる場合も変更してはいけません。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背景に淡色（#F7F8FB）を敷いた場合もコントラスト比を再確認してください（補助グレーは 5.73:1、黒は 19.77:1）。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のレイアウト思想（マージン・グリッド・ヘッダー／フッターの構成）を踏まえ、デジタル庁デザインシステムの基本デザインに従ってA4タテ用に再設計したものです。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 4.5:1 以上／非テキスト要素 3:1 以上</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余白は基準単位 8 CSS px の倍率スケール（5段階）</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カラムのガターは本文文字サイズの2倍</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書体は和文 BIZ UDPGothic／欧文 Arial（PCに標準搭載され、WindowsとMacで書体名が一致します）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出典：デジタル庁デザインシステムウェブサイト https://design.digital.go.jp/dads/</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本テンプレートはDADSの規定をA4タテ印刷向けに加工したものであり、デジタル庁が作成したものではありません。</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〒000-0000　都道府県市区町村0-0-0</a:t>
            </a:r>
          </a:p>
          <a:p>
            <a:pPr marL="0" indent="0" algn="l">
              <a:lnSpc>
                <a:spcPts val="2040"/>
              </a:lnSpc>
              <a:spcBef>
                <a:spcPts val="30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A4">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BIZ UDPGothic">
      <a:majorFont>
        <a:latin typeface="Arial"/>
        <a:ea typeface="BIZ UDPGothic"/>
        <a:cs typeface=""/>
        <a:font script="Jpan" typeface="BIZ UDPGothic"/>
      </a:majorFont>
      <a:minorFont>
        <a:latin typeface="Arial"/>
        <a:ea typeface="BIZ UDPGothic"/>
        <a:cs typeface=""/>
        <a:font script="Jpan" typeface="BIZ UDP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