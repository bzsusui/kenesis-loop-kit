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6552000" cy="925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384"/>
        <p:guide orient="vert" pos="1980"/>
        <p:guide orient="vert" pos="2148"/>
        <p:guide orient="vert" pos="3744"/>
        <p:guide orient="horz" pos="336"/>
        <p:guide orient="horz" pos="971"/>
        <p:guide orient="horz" pos="5175"/>
        <p:guide orient="horz" pos="54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6552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609000" y="3312000"/>
            <a:ext cx="5334000" cy="2160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609000" y="3604320"/>
            <a:ext cx="5334000" cy="1296000"/>
          </a:xfrm>
          <a:prstGeom prst="rect">
            <a:avLst/>
          </a:prstGeom>
        </p:spPr>
        <p:txBody>
          <a:bodyPr wrap="square" lIns="0" tIns="0" rIns="0" bIns="0" anchor="t" anchorCtr="0">
            <a:normAutofit/>
          </a:bodyPr>
          <a:lstStyle>
            <a:lvl1pPr marL="0" indent="0" algn="l">
              <a:lnSpc>
                <a:spcPts val="3780"/>
              </a:lnSpc>
              <a:spcBef>
                <a:spcPts val="0"/>
              </a:spcBef>
              <a:buNone/>
              <a:defRPr sz="2700" b="1" i="0" spc="27" kern="1200" dirty="0">
                <a:solidFill>
                  <a:srgbClr val="000000"/>
                </a:solidFill>
                <a:latin typeface="+mn-lt"/>
                <a:ea typeface="+mn-ea"/>
                <a:cs typeface="+mn-cs"/>
              </a:defRPr>
            </a:lvl1pPr>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資料タイトルを入力</a:t>
            </a:r>
          </a:p>
        </p:txBody>
      </p:sp>
      <p:sp>
        <p:nvSpPr>
          <p:cNvPr id="5" name="タイトル罫"/>
          <p:cNvSpPr/>
          <p:nvPr/>
        </p:nvSpPr>
        <p:spPr>
          <a:xfrm>
            <a:off x="609000" y="5205240"/>
            <a:ext cx="16002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609000" y="5469840"/>
            <a:ext cx="5334000" cy="576000"/>
          </a:xfrm>
          <a:prstGeom prst="rect">
            <a:avLst/>
          </a:prstGeom>
        </p:spPr>
        <p:txBody>
          <a:bodyPr wrap="square" lIns="0" tIns="0" rIns="0" bIns="0" anchor="t" anchorCtr="0">
            <a:normAutofit/>
          </a:bodyPr>
          <a:lstStyle>
            <a:lvl1pPr marL="0" indent="0" algn="l">
              <a:lnSpc>
                <a:spcPts val="2160"/>
              </a:lnSpc>
              <a:spcBef>
                <a:spcPts val="0"/>
              </a:spcBef>
              <a:buNone/>
              <a:defRPr sz="1350" b="0" i="0" spc="27" kern="1200" dirty="0">
                <a:solidFill>
                  <a:srgbClr val="626264"/>
                </a:solidFill>
                <a:latin typeface="+mn-lt"/>
                <a:ea typeface="+mn-ea"/>
                <a:cs typeface="+mn-cs"/>
              </a:defRPr>
            </a:lvl1pPr>
          </a:lstStyle>
          <a:p>
            <a:pPr marL="0" indent="0" algn="l">
              <a:lnSpc>
                <a:spcPts val="2160"/>
              </a:lnSpc>
              <a:spcBef>
                <a:spcPts val="0"/>
              </a:spcBef>
              <a:buNone/>
              <a:defRPr sz="1350" b="0" i="0" spc="27" kern="1200" dirty="0">
                <a:solidFill>
                  <a:srgbClr val="626264"/>
                </a:solidFill>
                <a:latin typeface="+mn-lt"/>
                <a:ea typeface="+mn-ea"/>
                <a:cs typeface="+mn-cs"/>
              </a:defRPr>
            </a:pPr>
            <a:r>
              <a:rPr lang="ja-JP" altLang="en-US" sz="1350" b="0" i="0" spc="27"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609000" y="9564120"/>
            <a:ext cx="5334000" cy="5184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000000"/>
                </a:solidFill>
                <a:latin typeface="+mn-lt"/>
                <a:ea typeface="+mn-ea"/>
                <a:cs typeface="+mn-cs"/>
              </a:defRPr>
            </a:lvl1p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609000" y="3312000"/>
            <a:ext cx="5334000" cy="2160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CFDCF0"/>
                </a:solidFill>
                <a:latin typeface="+mn-lt"/>
                <a:ea typeface="+mn-ea"/>
                <a:cs typeface="+mn-cs"/>
              </a:defRPr>
            </a:lvl1pPr>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609000" y="3604320"/>
            <a:ext cx="5334000" cy="1296000"/>
          </a:xfrm>
          <a:prstGeom prst="rect">
            <a:avLst/>
          </a:prstGeom>
        </p:spPr>
        <p:txBody>
          <a:bodyPr wrap="square" lIns="0" tIns="0" rIns="0" bIns="0" anchor="t" anchorCtr="0">
            <a:normAutofit/>
          </a:bodyPr>
          <a:lstStyle>
            <a:lvl1pPr marL="0" indent="0" algn="l">
              <a:lnSpc>
                <a:spcPts val="3780"/>
              </a:lnSpc>
              <a:spcBef>
                <a:spcPts val="0"/>
              </a:spcBef>
              <a:buNone/>
              <a:defRPr sz="2700" b="1" i="0" spc="27" kern="1200" dirty="0">
                <a:solidFill>
                  <a:srgbClr val="FFFFFF"/>
                </a:solidFill>
                <a:latin typeface="+mn-lt"/>
                <a:ea typeface="+mn-ea"/>
                <a:cs typeface="+mn-cs"/>
              </a:defRPr>
            </a:lvl1pPr>
          </a:lstStyle>
          <a:p>
            <a:pPr marL="0" indent="0" algn="l">
              <a:lnSpc>
                <a:spcPts val="3780"/>
              </a:lnSpc>
              <a:spcBef>
                <a:spcPts val="0"/>
              </a:spcBef>
              <a:buNone/>
              <a:defRPr sz="2700" b="1" i="0" spc="27" kern="1200" dirty="0">
                <a:solidFill>
                  <a:srgbClr val="FFFFFF"/>
                </a:solidFill>
                <a:latin typeface="+mn-lt"/>
                <a:ea typeface="+mn-ea"/>
                <a:cs typeface="+mn-cs"/>
              </a:defRPr>
            </a:pPr>
            <a:r>
              <a:rPr lang="ja-JP" altLang="en-US" sz="2700" b="1" i="0" spc="27" kern="1200" dirty="0">
                <a:solidFill>
                  <a:srgbClr val="FFFFFF"/>
                </a:solidFill>
                <a:latin typeface="+mn-lt"/>
                <a:ea typeface="+mn-ea"/>
                <a:cs typeface="+mn-cs"/>
              </a:rPr>
              <a:t>資料タイトルを入力</a:t>
            </a:r>
          </a:p>
        </p:txBody>
      </p:sp>
      <p:sp>
        <p:nvSpPr>
          <p:cNvPr id="4" name="タイトル罫"/>
          <p:cNvSpPr/>
          <p:nvPr/>
        </p:nvSpPr>
        <p:spPr>
          <a:xfrm>
            <a:off x="609000" y="5205240"/>
            <a:ext cx="16002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609000" y="5469840"/>
            <a:ext cx="5334000" cy="576000"/>
          </a:xfrm>
          <a:prstGeom prst="rect">
            <a:avLst/>
          </a:prstGeom>
        </p:spPr>
        <p:txBody>
          <a:bodyPr wrap="square" lIns="0" tIns="0" rIns="0" bIns="0" anchor="t" anchorCtr="0">
            <a:normAutofit/>
          </a:bodyPr>
          <a:lstStyle>
            <a:lvl1pPr marL="0" indent="0" algn="l">
              <a:lnSpc>
                <a:spcPts val="2160"/>
              </a:lnSpc>
              <a:spcBef>
                <a:spcPts val="0"/>
              </a:spcBef>
              <a:buNone/>
              <a:defRPr sz="1350" b="0" i="0" spc="27" kern="1200" dirty="0">
                <a:solidFill>
                  <a:srgbClr val="CFDCF0"/>
                </a:solidFill>
                <a:latin typeface="+mn-lt"/>
                <a:ea typeface="+mn-ea"/>
                <a:cs typeface="+mn-cs"/>
              </a:defRPr>
            </a:lvl1pPr>
          </a:lstStyle>
          <a:p>
            <a:pPr marL="0" indent="0" algn="l">
              <a:lnSpc>
                <a:spcPts val="2160"/>
              </a:lnSpc>
              <a:spcBef>
                <a:spcPts val="0"/>
              </a:spcBef>
              <a:buNone/>
              <a:defRPr sz="1350" b="0" i="0" spc="27" kern="1200" dirty="0">
                <a:solidFill>
                  <a:srgbClr val="CFDCF0"/>
                </a:solidFill>
                <a:latin typeface="+mn-lt"/>
                <a:ea typeface="+mn-ea"/>
                <a:cs typeface="+mn-cs"/>
              </a:defRPr>
            </a:pPr>
            <a:r>
              <a:rPr lang="ja-JP" altLang="en-US" sz="1350" b="0" i="0" spc="27"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609000" y="9564120"/>
            <a:ext cx="5334000" cy="5184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FFFFFF"/>
                </a:solidFill>
                <a:latin typeface="+mn-lt"/>
                <a:ea typeface="+mn-ea"/>
                <a:cs typeface="+mn-cs"/>
              </a:defRPr>
            </a:lvl1pPr>
          </a:lstStyle>
          <a:p>
            <a:pPr marL="0" indent="0" algn="l">
              <a:lnSpc>
                <a:spcPts val="1365"/>
              </a:lnSpc>
              <a:spcBef>
                <a:spcPts val="0"/>
              </a:spcBef>
              <a:buNone/>
              <a:defRPr sz="1050" b="0" i="0" spc="0" kern="1200" dirty="0">
                <a:solidFill>
                  <a:srgbClr val="FFFFFF"/>
                </a:solidFill>
                <a:latin typeface="+mn-lt"/>
                <a:ea typeface="+mn-ea"/>
                <a:cs typeface="+mn-cs"/>
              </a:defRPr>
            </a:pPr>
            <a:r>
              <a:rPr lang="ja-JP" altLang="en-US" sz="1050" b="0" i="0" spc="0"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609000" y="4140000"/>
            <a:ext cx="5334000" cy="234000"/>
          </a:xfrm>
          <a:prstGeom prst="rect">
            <a:avLst/>
          </a:prstGeom>
        </p:spPr>
        <p:txBody>
          <a:bodyPr wrap="square" lIns="0" tIns="0" rIns="0" bIns="0" anchor="b" anchorCtr="0">
            <a:normAutofit/>
          </a:bodyPr>
          <a:lstStyle>
            <a:lvl1pPr marL="0" indent="0" algn="l">
              <a:lnSpc>
                <a:spcPts val="2160"/>
              </a:lnSpc>
              <a:spcBef>
                <a:spcPts val="0"/>
              </a:spcBef>
              <a:buNone/>
              <a:defRPr sz="1350" b="1" i="0" spc="27" kern="1200" dirty="0">
                <a:solidFill>
                  <a:srgbClr val="0C21BA"/>
                </a:solidFill>
                <a:latin typeface="+mn-lt"/>
                <a:ea typeface="+mn-ea"/>
                <a:cs typeface="+mn-cs"/>
              </a:defRPr>
            </a:lvl1pPr>
          </a:lstStyle>
          <a:p>
            <a:pPr marL="0" indent="0" algn="l">
              <a:lnSpc>
                <a:spcPts val="2160"/>
              </a:lnSpc>
              <a:spcBef>
                <a:spcPts val="0"/>
              </a:spcBef>
              <a:buNone/>
              <a:defRPr sz="1350" b="1" i="0" spc="27" kern="1200" dirty="0">
                <a:solidFill>
                  <a:srgbClr val="0C21BA"/>
                </a:solidFill>
                <a:latin typeface="+mn-lt"/>
                <a:ea typeface="+mn-ea"/>
                <a:cs typeface="+mn-cs"/>
              </a:defRPr>
            </a:pPr>
            <a:r>
              <a:rPr lang="ja-JP" altLang="en-US" sz="1350" b="1" i="0" spc="27"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609000" y="4449600"/>
            <a:ext cx="5334000" cy="468000"/>
          </a:xfrm>
          <a:prstGeom prst="rect">
            <a:avLst/>
          </a:prstGeom>
        </p:spPr>
        <p:txBody>
          <a:bodyPr wrap="square" lIns="0" tIns="0" rIns="0" bIns="0" anchor="t" anchorCtr="0">
            <a:normAutofit/>
          </a:bodyPr>
          <a:lstStyle>
            <a:lvl1pPr marL="0" indent="0" algn="l">
              <a:lnSpc>
                <a:spcPts val="3150"/>
              </a:lnSpc>
              <a:spcBef>
                <a:spcPts val="0"/>
              </a:spcBef>
              <a:buNone/>
              <a:defRPr sz="2100" b="1" i="0" spc="21" kern="1200" dirty="0">
                <a:solidFill>
                  <a:srgbClr val="000000"/>
                </a:solidFill>
                <a:latin typeface="+mn-lt"/>
                <a:ea typeface="+mn-ea"/>
                <a:cs typeface="+mn-cs"/>
              </a:defRPr>
            </a:lvl1pPr>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章タイトルを入力</a:t>
            </a:r>
          </a:p>
        </p:txBody>
      </p:sp>
      <p:sp>
        <p:nvSpPr>
          <p:cNvPr id="4" name="章罫"/>
          <p:cNvSpPr/>
          <p:nvPr/>
        </p:nvSpPr>
        <p:spPr>
          <a:xfrm>
            <a:off x="609000" y="5222520"/>
            <a:ext cx="16002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609000" y="5487120"/>
            <a:ext cx="3467100" cy="10800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626264"/>
                </a:solidFill>
                <a:latin typeface="+mn-lt"/>
                <a:ea typeface="+mn-ea"/>
                <a:cs typeface="+mn-cs"/>
              </a:defRPr>
            </a:lvl1pPr>
          </a:lstStyle>
          <a:p>
            <a:pPr marL="0" indent="0" algn="l">
              <a:lnSpc>
                <a:spcPts val="1785"/>
              </a:lnSpc>
              <a:spcBef>
                <a:spcPts val="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609000" y="1542000"/>
            <a:ext cx="5334000" cy="66741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609000" y="1542000"/>
            <a:ext cx="2533650" cy="288000"/>
          </a:xfrm>
          <a:prstGeom prst="rect">
            <a:avLst/>
          </a:prstGeom>
        </p:spPr>
        <p:txBody>
          <a:bodyPr wrap="square" lIns="0" tIns="0" rIns="0" bIns="0" anchor="t" anchorCtr="0">
            <a:normAutofit/>
          </a:bodyPr>
          <a:lstStyle>
            <a:lvl1pPr marL="0" indent="0" algn="l">
              <a:lnSpc>
                <a:spcPts val="2160"/>
              </a:lnSpc>
              <a:spcBef>
                <a:spcPts val="0"/>
              </a:spcBef>
              <a:buNone/>
              <a:defRPr sz="1350" b="1" i="0" spc="27" kern="1200" dirty="0">
                <a:solidFill>
                  <a:srgbClr val="000000"/>
                </a:solidFill>
                <a:latin typeface="+mn-lt"/>
                <a:ea typeface="+mn-ea"/>
                <a:cs typeface="+mn-cs"/>
              </a:defRPr>
            </a:lvl1p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609000" y="1982400"/>
            <a:ext cx="2533650" cy="62337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409350" y="1542000"/>
            <a:ext cx="2533650" cy="288000"/>
          </a:xfrm>
          <a:prstGeom prst="rect">
            <a:avLst/>
          </a:prstGeom>
        </p:spPr>
        <p:txBody>
          <a:bodyPr wrap="square" lIns="0" tIns="0" rIns="0" bIns="0" anchor="t" anchorCtr="0">
            <a:normAutofit/>
          </a:bodyPr>
          <a:lstStyle>
            <a:lvl1pPr marL="0" indent="0" algn="l">
              <a:lnSpc>
                <a:spcPts val="2160"/>
              </a:lnSpc>
              <a:spcBef>
                <a:spcPts val="0"/>
              </a:spcBef>
              <a:buNone/>
              <a:defRPr sz="1350" b="1" i="0" spc="27" kern="1200" dirty="0">
                <a:solidFill>
                  <a:srgbClr val="000000"/>
                </a:solidFill>
                <a:latin typeface="+mn-lt"/>
                <a:ea typeface="+mn-ea"/>
                <a:cs typeface="+mn-cs"/>
              </a:defRPr>
            </a:lvl1p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409350" y="1982400"/>
            <a:ext cx="2533650" cy="62337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609000" y="1542000"/>
            <a:ext cx="53340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609000" y="1870200"/>
            <a:ext cx="5334000" cy="58335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609000" y="1870200"/>
            <a:ext cx="5334000" cy="58335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609000" y="7856100"/>
            <a:ext cx="53340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609000" y="4320000"/>
            <a:ext cx="5334000" cy="468000"/>
          </a:xfrm>
          <a:prstGeom prst="rect">
            <a:avLst/>
          </a:prstGeom>
        </p:spPr>
        <p:txBody>
          <a:bodyPr wrap="square" lIns="0" tIns="0" rIns="0" bIns="0" anchor="t" anchorCtr="0">
            <a:normAutofit/>
          </a:bodyPr>
          <a:lstStyle>
            <a:lvl1pPr marL="0" indent="0" algn="l">
              <a:lnSpc>
                <a:spcPts val="3150"/>
              </a:lnSpc>
              <a:spcBef>
                <a:spcPts val="0"/>
              </a:spcBef>
              <a:buNone/>
              <a:defRPr sz="2100" b="1" i="0" spc="21" kern="1200" dirty="0">
                <a:solidFill>
                  <a:srgbClr val="FFFFFF"/>
                </a:solidFill>
                <a:latin typeface="+mn-lt"/>
                <a:ea typeface="+mn-ea"/>
                <a:cs typeface="+mn-cs"/>
              </a:defRPr>
            </a:lvl1pPr>
          </a:lstStyle>
          <a:p>
            <a:pPr marL="0" indent="0" algn="l">
              <a:lnSpc>
                <a:spcPts val="3150"/>
              </a:lnSpc>
              <a:spcBef>
                <a:spcPts val="0"/>
              </a:spcBef>
              <a:buNone/>
              <a:defRPr sz="2100" b="1" i="0" spc="21" kern="1200" dirty="0">
                <a:solidFill>
                  <a:srgbClr val="FFFFFF"/>
                </a:solidFill>
                <a:latin typeface="+mn-lt"/>
                <a:ea typeface="+mn-ea"/>
                <a:cs typeface="+mn-cs"/>
              </a:defRPr>
            </a:pPr>
            <a:r>
              <a:rPr lang="ja-JP" altLang="en-US" sz="2100" b="1" i="0" spc="21" kern="1200" dirty="0">
                <a:solidFill>
                  <a:srgbClr val="FFFFFF"/>
                </a:solidFill>
                <a:latin typeface="+mn-lt"/>
                <a:ea typeface="+mn-ea"/>
                <a:cs typeface="+mn-cs"/>
              </a:rPr>
              <a:t>組織名を入力</a:t>
            </a:r>
          </a:p>
        </p:txBody>
      </p:sp>
      <p:sp>
        <p:nvSpPr>
          <p:cNvPr id="3" name="裏表紙罫"/>
          <p:cNvSpPr/>
          <p:nvPr/>
        </p:nvSpPr>
        <p:spPr>
          <a:xfrm>
            <a:off x="609000" y="5094000"/>
            <a:ext cx="16002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609000" y="5360400"/>
            <a:ext cx="3467100" cy="14400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CFDCF0"/>
                </a:solidFill>
                <a:latin typeface="+mn-lt"/>
                <a:ea typeface="+mn-ea"/>
                <a:cs typeface="+mn-cs"/>
              </a:defRPr>
            </a:lvl1pPr>
          </a:lstStyle>
          <a:p>
            <a:pPr marL="0" indent="0" algn="l">
              <a:lnSpc>
                <a:spcPts val="1785"/>
              </a:lnSpc>
              <a:spcBef>
                <a:spcPts val="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問い合わせ先・URLを入力</a:t>
            </a:r>
          </a:p>
        </p:txBody>
      </p:sp>
      <p:sp>
        <p:nvSpPr>
          <p:cNvPr id="5" name="出典"/>
          <p:cNvSpPr txBox="1"/>
          <p:nvPr/>
        </p:nvSpPr>
        <p:spPr>
          <a:xfrm>
            <a:off x="609000" y="9432000"/>
            <a:ext cx="53340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本テンプレートはDADSの規定をB5タテ印刷向けに加工したものであり、デジタル庁が作成したものではありません。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609000" y="1542000"/>
            <a:ext cx="5334000" cy="66741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250"/>
        </a:lnSpc>
        <a:spcBef>
          <a:spcPts val="0"/>
        </a:spcBef>
        <a:buNone/>
        <a:defRPr sz="1500" b="1" i="0" spc="30" kern="1200" dirty="0">
          <a:solidFill>
            <a:srgbClr val="000000"/>
          </a:solidFill>
          <a:latin typeface="+mn-lt"/>
          <a:ea typeface="+mn-ea"/>
          <a:cs typeface="+mn-cs"/>
        </a:defRPr>
      </a:lvl1pPr>
    </p:titleStyle>
    <p:bodyStyle>
      <a:lvl1pPr marL="0" indent="0" algn="l">
        <a:lnSpc>
          <a:spcPts val="1785"/>
        </a:lnSpc>
        <a:spcBef>
          <a:spcPts val="0"/>
        </a:spcBef>
        <a:buNone/>
        <a:defRPr sz="1050" b="0" i="0" spc="21" kern="1200" dirty="0">
          <a:solidFill>
            <a:srgbClr val="000000"/>
          </a:solidFill>
          <a:latin typeface="+mn-lt"/>
          <a:ea typeface="+mn-ea"/>
          <a:cs typeface="+mn-cs"/>
        </a:defRPr>
      </a:lvl1pPr>
      <a:lvl2pPr marL="0" indent="0" algn="l">
        <a:lnSpc>
          <a:spcPts val="1785"/>
        </a:lnSpc>
        <a:spcBef>
          <a:spcPts val="0"/>
        </a:spcBef>
        <a:buNone/>
        <a:defRPr sz="1050" b="0" i="0" spc="21"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1785"/>
        </a:lnSpc>
        <a:spcBef>
          <a:spcPts val="0"/>
        </a:spcBef>
        <a:buNone/>
        <a:defRPr sz="1050" b="0" i="0" spc="21" kern="1200" dirty="0">
          <a:solidFill>
            <a:srgbClr val="000000"/>
          </a:solidFill>
          <a:latin typeface="+mn-lt"/>
          <a:ea typeface="+mn-ea"/>
          <a:cs typeface="+mn-cs"/>
        </a:defRPr>
      </a:lvl1pPr>
      <a:lvl2pPr marL="0" indent="0" algn="l">
        <a:lnSpc>
          <a:spcPts val="1785"/>
        </a:lnSpc>
        <a:spcBef>
          <a:spcPts val="0"/>
        </a:spcBef>
        <a:buNone/>
        <a:defRPr sz="1050" b="0" i="0" spc="21" kern="1200" dirty="0">
          <a:solidFill>
            <a:srgbClr val="000000"/>
          </a:solidFill>
          <a:latin typeface="+mn-lt"/>
          <a:ea typeface="+mn-ea"/>
          <a:cs typeface="+mn-cs"/>
        </a:defRPr>
      </a:lvl2pPr>
      <a:lvl3pPr marL="0" indent="0" algn="l">
        <a:lnSpc>
          <a:spcPts val="1785"/>
        </a:lnSpc>
        <a:spcBef>
          <a:spcPts val="0"/>
        </a:spcBef>
        <a:buNone/>
        <a:defRPr sz="1050" b="0" i="0" spc="21" kern="1200" dirty="0">
          <a:solidFill>
            <a:srgbClr val="000000"/>
          </a:solidFill>
          <a:latin typeface="+mn-lt"/>
          <a:ea typeface="+mn-ea"/>
          <a:cs typeface="+mn-cs"/>
        </a:defRPr>
      </a:lvl3pPr>
      <a:lvl4pPr marL="0" indent="0" algn="l">
        <a:lnSpc>
          <a:spcPts val="1785"/>
        </a:lnSpc>
        <a:spcBef>
          <a:spcPts val="0"/>
        </a:spcBef>
        <a:buNone/>
        <a:defRPr sz="1050" b="0" i="0" spc="21" kern="1200" dirty="0">
          <a:solidFill>
            <a:srgbClr val="000000"/>
          </a:solidFill>
          <a:latin typeface="+mn-lt"/>
          <a:ea typeface="+mn-ea"/>
          <a:cs typeface="+mn-cs"/>
        </a:defRPr>
      </a:lvl4pPr>
      <a:lvl5pPr marL="0" indent="0" algn="l">
        <a:lnSpc>
          <a:spcPts val="1785"/>
        </a:lnSpc>
        <a:spcBef>
          <a:spcPts val="0"/>
        </a:spcBef>
        <a:buNone/>
        <a:defRPr sz="1050" b="0" i="0" spc="21"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160"/>
              </a:lnSpc>
              <a:spcBef>
                <a:spcPts val="0"/>
              </a:spcBef>
              <a:buNone/>
              <a:defRPr sz="1350" b="0" i="0" spc="27" kern="1200" dirty="0">
                <a:solidFill>
                  <a:srgbClr val="626264"/>
                </a:solidFill>
                <a:latin typeface="+mn-lt"/>
                <a:ea typeface="+mn-ea"/>
                <a:cs typeface="+mn-cs"/>
              </a:defRPr>
            </a:pPr>
            <a:r>
              <a:rPr lang="ja-JP" altLang="en-US" sz="1350" b="0" i="0" spc="27" kern="1200" dirty="0">
                <a:solidFill>
                  <a:srgbClr val="626264"/>
                </a:solidFill>
                <a:latin typeface="+mn-lt"/>
                <a:ea typeface="+mn-ea"/>
                <a:cs typeface="+mn-cs"/>
              </a:rPr>
              <a:t>サブタイトルが入ります（B5タテ・デジタル庁デザインシステム準拠）</a:t>
            </a:r>
          </a:p>
        </p:txBody>
      </p:sp>
      <p:sp>
        <p:nvSpPr>
          <p:cNvPr id="5" name="Text Placeholder 4"/>
          <p:cNvSpPr>
            <a:spLocks noGrp="1"/>
          </p:cNvSpPr>
          <p:nvPr>
            <p:ph type="body" idx="11"/>
          </p:nvPr>
        </p:nvSpPr>
        <p:spPr/>
        <p: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組織名・部署名</a:t>
            </a:r>
          </a:p>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01　本テンプレートの目的</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02　レイアウトの考え方</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03　タイポグラフィとカラー</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04　作図・作表の指針</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05　利用上の注意と出典</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160"/>
              </a:lnSpc>
              <a:spcBef>
                <a:spcPts val="0"/>
              </a:spcBef>
              <a:buNone/>
              <a:defRPr sz="1350" b="1" i="0" spc="27" kern="1200" dirty="0">
                <a:solidFill>
                  <a:srgbClr val="0C21BA"/>
                </a:solidFill>
                <a:latin typeface="+mn-lt"/>
                <a:ea typeface="+mn-ea"/>
                <a:cs typeface="+mn-cs"/>
              </a:defRPr>
            </a:pPr>
            <a:r>
              <a:rPr lang="ja-JP" altLang="en-US" sz="1350" b="1" i="0" spc="27"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1785"/>
              </a:lnSpc>
              <a:spcBef>
                <a:spcPts val="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マージン・カラム・ガターの定義と、B5タテでの版面の取り方を示します。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B5タテ（182×257mm）の版面は、デジタル庁デザインシステムのレイアウト規定（マージン・カラム・ガター）に従って構成します。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マージン：左右 16.9mm／上下 14.8mm。版面幅は 148.2mm となります。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カラム：6カラム。1カラムの幅は 18.5mm（本文文字サイズ14pxの5倍）です。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ガター：7.4mm。本文文字サイズの2倍を確保し、隣接カラムの誤読を防ぎます。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609000" y="1686000"/>
            <a:ext cx="2533650" cy="3577737"/>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844500" y="1892265"/>
            <a:ext cx="2062651" cy="390024"/>
          </a:xfrm>
          <a:prstGeom prst="rect">
            <a:avLst/>
          </a:prstGeom>
          <a:solidFill>
            <a:srgbClr val="F7F8FB"/>
          </a:solidFill>
          <a:ln>
            <a:noFill/>
          </a:ln>
        </p:spPr>
        <p:txBody>
          <a:bodyPr/>
          <a:lstStyle/>
          <a:p/>
        </p:txBody>
      </p:sp>
      <p:sp>
        <p:nvSpPr>
          <p:cNvPr id="502" name="フッター帯"/>
          <p:cNvSpPr/>
          <p:nvPr/>
        </p:nvSpPr>
        <p:spPr>
          <a:xfrm>
            <a:off x="844500" y="4951555"/>
            <a:ext cx="2062651" cy="105917"/>
          </a:xfrm>
          <a:prstGeom prst="rect">
            <a:avLst/>
          </a:prstGeom>
          <a:solidFill>
            <a:srgbClr val="F7F8FB"/>
          </a:solidFill>
          <a:ln>
            <a:noFill/>
          </a:ln>
        </p:spPr>
        <p:txBody>
          <a:bodyPr/>
          <a:lstStyle/>
          <a:p/>
        </p:txBody>
      </p:sp>
      <p:sp>
        <p:nvSpPr>
          <p:cNvPr id="503" name="見出し罫図"/>
          <p:cNvSpPr/>
          <p:nvPr/>
        </p:nvSpPr>
        <p:spPr>
          <a:xfrm>
            <a:off x="844500" y="2186930"/>
            <a:ext cx="2062651" cy="10800"/>
          </a:xfrm>
          <a:prstGeom prst="rect">
            <a:avLst/>
          </a:prstGeom>
          <a:solidFill>
            <a:srgbClr val="0C21BA"/>
          </a:solidFill>
          <a:ln>
            <a:noFill/>
          </a:ln>
        </p:spPr>
        <p:txBody>
          <a:bodyPr/>
          <a:lstStyle/>
          <a:p/>
        </p:txBody>
      </p:sp>
      <p:sp>
        <p:nvSpPr>
          <p:cNvPr id="504" name="カラム0"/>
          <p:cNvSpPr/>
          <p:nvPr/>
        </p:nvSpPr>
        <p:spPr>
          <a:xfrm>
            <a:off x="844500" y="2282289"/>
            <a:ext cx="257831" cy="2580866"/>
          </a:xfrm>
          <a:prstGeom prst="rect">
            <a:avLst/>
          </a:prstGeom>
          <a:solidFill>
            <a:srgbClr val="CFDCF0"/>
          </a:solidFill>
          <a:ln>
            <a:noFill/>
          </a:ln>
        </p:spPr>
        <p:txBody>
          <a:bodyPr/>
          <a:lstStyle/>
          <a:p/>
        </p:txBody>
      </p:sp>
      <p:sp>
        <p:nvSpPr>
          <p:cNvPr id="505" name="カラム1"/>
          <p:cNvSpPr/>
          <p:nvPr/>
        </p:nvSpPr>
        <p:spPr>
          <a:xfrm>
            <a:off x="1205463" y="2282289"/>
            <a:ext cx="257831" cy="2580866"/>
          </a:xfrm>
          <a:prstGeom prst="rect">
            <a:avLst/>
          </a:prstGeom>
          <a:solidFill>
            <a:srgbClr val="CFDCF0"/>
          </a:solidFill>
          <a:ln>
            <a:noFill/>
          </a:ln>
        </p:spPr>
        <p:txBody>
          <a:bodyPr/>
          <a:lstStyle/>
          <a:p/>
        </p:txBody>
      </p:sp>
      <p:sp>
        <p:nvSpPr>
          <p:cNvPr id="506" name="カラム2"/>
          <p:cNvSpPr/>
          <p:nvPr/>
        </p:nvSpPr>
        <p:spPr>
          <a:xfrm>
            <a:off x="1566427" y="2282289"/>
            <a:ext cx="257831" cy="2580866"/>
          </a:xfrm>
          <a:prstGeom prst="rect">
            <a:avLst/>
          </a:prstGeom>
          <a:solidFill>
            <a:srgbClr val="CFDCF0"/>
          </a:solidFill>
          <a:ln>
            <a:noFill/>
          </a:ln>
        </p:spPr>
        <p:txBody>
          <a:bodyPr/>
          <a:lstStyle/>
          <a:p/>
        </p:txBody>
      </p:sp>
      <p:sp>
        <p:nvSpPr>
          <p:cNvPr id="507" name="カラム3"/>
          <p:cNvSpPr/>
          <p:nvPr/>
        </p:nvSpPr>
        <p:spPr>
          <a:xfrm>
            <a:off x="1927391" y="2282289"/>
            <a:ext cx="257831" cy="2580866"/>
          </a:xfrm>
          <a:prstGeom prst="rect">
            <a:avLst/>
          </a:prstGeom>
          <a:solidFill>
            <a:srgbClr val="CFDCF0"/>
          </a:solidFill>
          <a:ln>
            <a:noFill/>
          </a:ln>
        </p:spPr>
        <p:txBody>
          <a:bodyPr/>
          <a:lstStyle/>
          <a:p/>
        </p:txBody>
      </p:sp>
      <p:sp>
        <p:nvSpPr>
          <p:cNvPr id="508" name="カラム4"/>
          <p:cNvSpPr/>
          <p:nvPr/>
        </p:nvSpPr>
        <p:spPr>
          <a:xfrm>
            <a:off x="2288355" y="2282289"/>
            <a:ext cx="257831" cy="2580866"/>
          </a:xfrm>
          <a:prstGeom prst="rect">
            <a:avLst/>
          </a:prstGeom>
          <a:solidFill>
            <a:srgbClr val="CFDCF0"/>
          </a:solidFill>
          <a:ln>
            <a:noFill/>
          </a:ln>
        </p:spPr>
        <p:txBody>
          <a:bodyPr/>
          <a:lstStyle/>
          <a:p/>
        </p:txBody>
      </p:sp>
      <p:sp>
        <p:nvSpPr>
          <p:cNvPr id="509" name="カラム5"/>
          <p:cNvSpPr/>
          <p:nvPr/>
        </p:nvSpPr>
        <p:spPr>
          <a:xfrm>
            <a:off x="2649319" y="2282289"/>
            <a:ext cx="257831" cy="2580866"/>
          </a:xfrm>
          <a:prstGeom prst="rect">
            <a:avLst/>
          </a:prstGeom>
          <a:solidFill>
            <a:srgbClr val="CFDCF0"/>
          </a:solidFill>
          <a:ln>
            <a:noFill/>
          </a:ln>
        </p:spPr>
        <p:txBody>
          <a:bodyPr/>
          <a:lstStyle/>
          <a:p/>
        </p:txBody>
      </p:sp>
      <p:sp>
        <p:nvSpPr>
          <p:cNvPr id="510" name="図注1"/>
          <p:cNvSpPr txBox="1"/>
          <p:nvPr/>
        </p:nvSpPr>
        <p:spPr>
          <a:xfrm>
            <a:off x="609000" y="5371737"/>
            <a:ext cx="253365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3409350" y="1686000"/>
            <a:ext cx="253365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3409350" y="2010000"/>
            <a:ext cx="2533650" cy="5400"/>
          </a:xfrm>
          <a:prstGeom prst="rect">
            <a:avLst/>
          </a:prstGeom>
          <a:solidFill>
            <a:srgbClr val="99B0EC"/>
          </a:solidFill>
          <a:ln>
            <a:noFill/>
          </a:ln>
        </p:spPr>
        <p:txBody>
          <a:bodyPr/>
          <a:lstStyle/>
          <a:p/>
        </p:txBody>
      </p:sp>
      <p:sp>
        <p:nvSpPr>
          <p:cNvPr id="513" name="凡例用紙"/>
          <p:cNvSpPr txBox="1"/>
          <p:nvPr/>
        </p:nvSpPr>
        <p:spPr>
          <a:xfrm>
            <a:off x="3409350" y="208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B5タテ 182 × 257 mm</a:t>
            </a:r>
          </a:p>
        </p:txBody>
      </p:sp>
      <p:sp>
        <p:nvSpPr>
          <p:cNvPr id="514" name="凡例罫マージン"/>
          <p:cNvSpPr/>
          <p:nvPr/>
        </p:nvSpPr>
        <p:spPr>
          <a:xfrm>
            <a:off x="3409350" y="2550000"/>
            <a:ext cx="2533650" cy="5400"/>
          </a:xfrm>
          <a:prstGeom prst="rect">
            <a:avLst/>
          </a:prstGeom>
          <a:solidFill>
            <a:srgbClr val="99B0EC"/>
          </a:solidFill>
          <a:ln>
            <a:noFill/>
          </a:ln>
        </p:spPr>
        <p:txBody>
          <a:bodyPr/>
          <a:lstStyle/>
          <a:p/>
        </p:txBody>
      </p:sp>
      <p:sp>
        <p:nvSpPr>
          <p:cNvPr id="515" name="凡例マージン"/>
          <p:cNvSpPr txBox="1"/>
          <p:nvPr/>
        </p:nvSpPr>
        <p:spPr>
          <a:xfrm>
            <a:off x="3409350" y="262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16.9 mm／上下 14.8 mm</a:t>
            </a:r>
          </a:p>
        </p:txBody>
      </p:sp>
      <p:sp>
        <p:nvSpPr>
          <p:cNvPr id="516" name="凡例罫版面"/>
          <p:cNvSpPr/>
          <p:nvPr/>
        </p:nvSpPr>
        <p:spPr>
          <a:xfrm>
            <a:off x="3409350" y="3090000"/>
            <a:ext cx="2533650" cy="5400"/>
          </a:xfrm>
          <a:prstGeom prst="rect">
            <a:avLst/>
          </a:prstGeom>
          <a:solidFill>
            <a:srgbClr val="99B0EC"/>
          </a:solidFill>
          <a:ln>
            <a:noFill/>
          </a:ln>
        </p:spPr>
        <p:txBody>
          <a:bodyPr/>
          <a:lstStyle/>
          <a:p/>
        </p:txBody>
      </p:sp>
      <p:sp>
        <p:nvSpPr>
          <p:cNvPr id="517" name="凡例版面"/>
          <p:cNvSpPr txBox="1"/>
          <p:nvPr/>
        </p:nvSpPr>
        <p:spPr>
          <a:xfrm>
            <a:off x="3409350" y="316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148.2 × 185.4 mm</a:t>
            </a:r>
          </a:p>
        </p:txBody>
      </p:sp>
      <p:sp>
        <p:nvSpPr>
          <p:cNvPr id="518" name="凡例罫カラム"/>
          <p:cNvSpPr/>
          <p:nvPr/>
        </p:nvSpPr>
        <p:spPr>
          <a:xfrm>
            <a:off x="3409350" y="3630000"/>
            <a:ext cx="2533650" cy="5400"/>
          </a:xfrm>
          <a:prstGeom prst="rect">
            <a:avLst/>
          </a:prstGeom>
          <a:solidFill>
            <a:srgbClr val="99B0EC"/>
          </a:solidFill>
          <a:ln>
            <a:noFill/>
          </a:ln>
        </p:spPr>
        <p:txBody>
          <a:bodyPr/>
          <a:lstStyle/>
          <a:p/>
        </p:txBody>
      </p:sp>
      <p:sp>
        <p:nvSpPr>
          <p:cNvPr id="519" name="凡例カラム"/>
          <p:cNvSpPr txBox="1"/>
          <p:nvPr/>
        </p:nvSpPr>
        <p:spPr>
          <a:xfrm>
            <a:off x="3409350" y="370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18.5 mm</a:t>
            </a:r>
          </a:p>
        </p:txBody>
      </p:sp>
      <p:sp>
        <p:nvSpPr>
          <p:cNvPr id="520" name="凡例罫ガター"/>
          <p:cNvSpPr/>
          <p:nvPr/>
        </p:nvSpPr>
        <p:spPr>
          <a:xfrm>
            <a:off x="3409350" y="4170000"/>
            <a:ext cx="2533650" cy="5400"/>
          </a:xfrm>
          <a:prstGeom prst="rect">
            <a:avLst/>
          </a:prstGeom>
          <a:solidFill>
            <a:srgbClr val="99B0EC"/>
          </a:solidFill>
          <a:ln>
            <a:noFill/>
          </a:ln>
        </p:spPr>
        <p:txBody>
          <a:bodyPr/>
          <a:lstStyle/>
          <a:p/>
        </p:txBody>
      </p:sp>
      <p:sp>
        <p:nvSpPr>
          <p:cNvPr id="521" name="凡例ガター"/>
          <p:cNvSpPr txBox="1"/>
          <p:nvPr/>
        </p:nvSpPr>
        <p:spPr>
          <a:xfrm>
            <a:off x="3409350" y="424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7.4 mm（本文の2倍）</a:t>
            </a:r>
          </a:p>
        </p:txBody>
      </p:sp>
      <p:sp>
        <p:nvSpPr>
          <p:cNvPr id="522" name="凡例罫ヘッダー領域"/>
          <p:cNvSpPr/>
          <p:nvPr/>
        </p:nvSpPr>
        <p:spPr>
          <a:xfrm>
            <a:off x="3409350" y="4710000"/>
            <a:ext cx="2533650" cy="5400"/>
          </a:xfrm>
          <a:prstGeom prst="rect">
            <a:avLst/>
          </a:prstGeom>
          <a:solidFill>
            <a:srgbClr val="99B0EC"/>
          </a:solidFill>
          <a:ln>
            <a:noFill/>
          </a:ln>
        </p:spPr>
        <p:txBody>
          <a:bodyPr/>
          <a:lstStyle/>
          <a:p/>
        </p:txBody>
      </p:sp>
      <p:sp>
        <p:nvSpPr>
          <p:cNvPr id="523" name="凡例ヘッダー領域"/>
          <p:cNvSpPr txBox="1"/>
          <p:nvPr/>
        </p:nvSpPr>
        <p:spPr>
          <a:xfrm>
            <a:off x="3409350" y="478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 〜 42.8 mm</a:t>
            </a:r>
          </a:p>
        </p:txBody>
      </p:sp>
      <p:sp>
        <p:nvSpPr>
          <p:cNvPr id="524" name="凡例罫フッター領域"/>
          <p:cNvSpPr/>
          <p:nvPr/>
        </p:nvSpPr>
        <p:spPr>
          <a:xfrm>
            <a:off x="3409350" y="5250000"/>
            <a:ext cx="2533650" cy="5400"/>
          </a:xfrm>
          <a:prstGeom prst="rect">
            <a:avLst/>
          </a:prstGeom>
          <a:solidFill>
            <a:srgbClr val="99B0EC"/>
          </a:solidFill>
          <a:ln>
            <a:noFill/>
          </a:ln>
        </p:spPr>
        <p:txBody>
          <a:bodyPr/>
          <a:lstStyle/>
          <a:p/>
        </p:txBody>
      </p:sp>
      <p:sp>
        <p:nvSpPr>
          <p:cNvPr id="525" name="凡例フッター領域"/>
          <p:cNvSpPr txBox="1"/>
          <p:nvPr/>
        </p:nvSpPr>
        <p:spPr>
          <a:xfrm>
            <a:off x="3409350" y="532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234.6 〜 242.2 mm</a:t>
            </a:r>
          </a:p>
        </p:txBody>
      </p:sp>
      <p:sp>
        <p:nvSpPr>
          <p:cNvPr id="526" name="図解説"/>
          <p:cNvSpPr txBox="1"/>
          <p:nvPr/>
        </p:nvSpPr>
        <p:spPr>
          <a:xfrm>
            <a:off x="609000" y="5839737"/>
            <a:ext cx="253365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図・表・カードはカラムの左端と右端にそろえます。カラムをまたぐ場合はガター分を含めた幅（2カラム＝44.5mm、3カラム＝70.4mm、6カラム＝148.2mm）を使います。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対になる情報（現状と課題、施策と効果など）を並べて比較する場合に使用します。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片側 70.4mm（3カラム分）。1行あたりの文字数は本文10.5ptで約19文字となり、視線の折り返しが短く読み進めやすい行長です。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上端を必ず揃え、下端は無理に揃えません。</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609000" y="1542000"/>
            <a:ext cx="2533650" cy="1224000"/>
          </a:xfrm>
          <a:prstGeom prst="rect">
            <a:avLst/>
          </a:prstGeom>
          <a:solidFill>
            <a:srgbClr val="F7F8FB"/>
          </a:solidFill>
          <a:ln>
            <a:noFill/>
          </a:ln>
        </p:spPr>
        <p:txBody>
          <a:bodyPr/>
          <a:lstStyle/>
          <a:p/>
        </p:txBody>
      </p:sp>
      <p:sp>
        <p:nvSpPr>
          <p:cNvPr id="101" name="カード罫0"/>
          <p:cNvSpPr/>
          <p:nvPr/>
        </p:nvSpPr>
        <p:spPr>
          <a:xfrm>
            <a:off x="609000" y="1542000"/>
            <a:ext cx="43200" cy="1224000"/>
          </a:xfrm>
          <a:prstGeom prst="rect">
            <a:avLst/>
          </a:prstGeom>
          <a:solidFill>
            <a:srgbClr val="0C21BA"/>
          </a:solidFill>
          <a:ln>
            <a:noFill/>
          </a:ln>
        </p:spPr>
        <p:txBody>
          <a:bodyPr/>
          <a:lstStyle/>
          <a:p/>
        </p:txBody>
      </p:sp>
      <p:sp>
        <p:nvSpPr>
          <p:cNvPr id="102" name="カード文言0"/>
          <p:cNvSpPr txBox="1"/>
          <p:nvPr/>
        </p:nvSpPr>
        <p:spPr>
          <a:xfrm>
            <a:off x="837600" y="17706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409350" y="1542000"/>
            <a:ext cx="2533650" cy="1224000"/>
          </a:xfrm>
          <a:prstGeom prst="rect">
            <a:avLst/>
          </a:prstGeom>
          <a:solidFill>
            <a:srgbClr val="F7F8FB"/>
          </a:solidFill>
          <a:ln>
            <a:noFill/>
          </a:ln>
        </p:spPr>
        <p:txBody>
          <a:bodyPr/>
          <a:lstStyle/>
          <a:p/>
        </p:txBody>
      </p:sp>
      <p:sp>
        <p:nvSpPr>
          <p:cNvPr id="104" name="カード罫1"/>
          <p:cNvSpPr/>
          <p:nvPr/>
        </p:nvSpPr>
        <p:spPr>
          <a:xfrm>
            <a:off x="3409350" y="1542000"/>
            <a:ext cx="43200" cy="1224000"/>
          </a:xfrm>
          <a:prstGeom prst="rect">
            <a:avLst/>
          </a:prstGeom>
          <a:solidFill>
            <a:srgbClr val="0C21BA"/>
          </a:solidFill>
          <a:ln>
            <a:noFill/>
          </a:ln>
        </p:spPr>
        <p:txBody>
          <a:bodyPr/>
          <a:lstStyle/>
          <a:p/>
        </p:txBody>
      </p:sp>
      <p:sp>
        <p:nvSpPr>
          <p:cNvPr id="105" name="カード文言1"/>
          <p:cNvSpPr txBox="1"/>
          <p:nvPr/>
        </p:nvSpPr>
        <p:spPr>
          <a:xfrm>
            <a:off x="3637950" y="17706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609000" y="3070800"/>
            <a:ext cx="2533650" cy="1224000"/>
          </a:xfrm>
          <a:prstGeom prst="rect">
            <a:avLst/>
          </a:prstGeom>
          <a:solidFill>
            <a:srgbClr val="F7F8FB"/>
          </a:solidFill>
          <a:ln>
            <a:noFill/>
          </a:ln>
        </p:spPr>
        <p:txBody>
          <a:bodyPr/>
          <a:lstStyle/>
          <a:p/>
        </p:txBody>
      </p:sp>
      <p:sp>
        <p:nvSpPr>
          <p:cNvPr id="107" name="カード罫2"/>
          <p:cNvSpPr/>
          <p:nvPr/>
        </p:nvSpPr>
        <p:spPr>
          <a:xfrm>
            <a:off x="609000" y="3070800"/>
            <a:ext cx="43200" cy="1224000"/>
          </a:xfrm>
          <a:prstGeom prst="rect">
            <a:avLst/>
          </a:prstGeom>
          <a:solidFill>
            <a:srgbClr val="0C21BA"/>
          </a:solidFill>
          <a:ln>
            <a:noFill/>
          </a:ln>
        </p:spPr>
        <p:txBody>
          <a:bodyPr/>
          <a:lstStyle/>
          <a:p/>
        </p:txBody>
      </p:sp>
      <p:sp>
        <p:nvSpPr>
          <p:cNvPr id="108" name="カード文言2"/>
          <p:cNvSpPr txBox="1"/>
          <p:nvPr/>
        </p:nvSpPr>
        <p:spPr>
          <a:xfrm>
            <a:off x="837600" y="32994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409350" y="3070800"/>
            <a:ext cx="2533650" cy="1224000"/>
          </a:xfrm>
          <a:prstGeom prst="rect">
            <a:avLst/>
          </a:prstGeom>
          <a:solidFill>
            <a:srgbClr val="F7F8FB"/>
          </a:solidFill>
          <a:ln>
            <a:noFill/>
          </a:ln>
        </p:spPr>
        <p:txBody>
          <a:bodyPr/>
          <a:lstStyle/>
          <a:p/>
        </p:txBody>
      </p:sp>
      <p:sp>
        <p:nvSpPr>
          <p:cNvPr id="110" name="カード罫3"/>
          <p:cNvSpPr/>
          <p:nvPr/>
        </p:nvSpPr>
        <p:spPr>
          <a:xfrm>
            <a:off x="3409350" y="3070800"/>
            <a:ext cx="43200" cy="1224000"/>
          </a:xfrm>
          <a:prstGeom prst="rect">
            <a:avLst/>
          </a:prstGeom>
          <a:solidFill>
            <a:srgbClr val="0C21BA"/>
          </a:solidFill>
          <a:ln>
            <a:noFill/>
          </a:ln>
        </p:spPr>
        <p:txBody>
          <a:bodyPr/>
          <a:lstStyle/>
          <a:p/>
        </p:txBody>
      </p:sp>
      <p:sp>
        <p:nvSpPr>
          <p:cNvPr id="111" name="カード文言3"/>
          <p:cNvSpPr txBox="1"/>
          <p:nvPr/>
        </p:nvSpPr>
        <p:spPr>
          <a:xfrm>
            <a:off x="3637950" y="32994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609000" y="4599600"/>
            <a:ext cx="53340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ラベル（10.5pt）→ 数値（21pt）→ 補足（10.5pt）の3階層で、視線が数値に止まるようにしています。カードの内側パディングは余白スケールの 6.4mm、カード間のガターは 7.4mm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148.2mm）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609000" y="1542000"/>
          <a:ext cx="5334000" cy="1872000"/>
        </p:xfrm>
        <a:graphic>
          <a:graphicData uri="http://schemas.openxmlformats.org/drawingml/2006/table">
            <a:tbl>
              <a:tblPr firstRow="0" bandRow="0"/>
              <a:tblGrid>
                <a:gridCol w="2266950"/>
                <a:gridCol w="1022350"/>
                <a:gridCol w="1022350"/>
                <a:gridCol w="102235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609000" y="3718800"/>
            <a:ext cx="53340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609000" y="1542000"/>
            <a:ext cx="5334000" cy="510990"/>
          </a:xfrm>
          <a:prstGeom prst="rect">
            <a:avLst/>
          </a:prstGeom>
          <a:noFill/>
        </p:spPr>
        <p:txBody>
          <a:bodyPr wrap="square" lIns="0" tIns="0" rIns="0" bIns="0" anchor="t"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書体は和文 BIZ UDPGothic／欧文 Arial。サイズは CSS px を 0.75 倍して pt に換算した値です。</a:t>
            </a:r>
          </a:p>
        </p:txBody>
      </p:sp>
      <p:sp>
        <p:nvSpPr>
          <p:cNvPr id="301" name="用途cover_title"/>
          <p:cNvSpPr txBox="1"/>
          <p:nvPr/>
        </p:nvSpPr>
        <p:spPr>
          <a:xfrm>
            <a:off x="609000" y="2129190"/>
            <a:ext cx="976650" cy="62406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729650" y="2129190"/>
            <a:ext cx="2692350" cy="624060"/>
          </a:xfrm>
          <a:prstGeom prst="rect">
            <a:avLst/>
          </a:prstGeom>
          <a:noFill/>
        </p:spPr>
        <p:txBody>
          <a:bodyPr wrap="square" lIns="0" tIns="0" rIns="0" bIns="0" anchor="ctr" anchorCtr="0"/>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見本 Abc</a:t>
            </a:r>
          </a:p>
        </p:txBody>
      </p:sp>
      <p:sp>
        <p:nvSpPr>
          <p:cNvPr id="303" name="仕様cover_title"/>
          <p:cNvSpPr txBox="1"/>
          <p:nvPr/>
        </p:nvSpPr>
        <p:spPr>
          <a:xfrm>
            <a:off x="4494000" y="2129190"/>
            <a:ext cx="1449000" cy="62406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Std-36B-140／27pt</a:t>
            </a:r>
          </a:p>
        </p:txBody>
      </p:sp>
      <p:sp>
        <p:nvSpPr>
          <p:cNvPr id="304" name="区切cover_title"/>
          <p:cNvSpPr/>
          <p:nvPr/>
        </p:nvSpPr>
        <p:spPr>
          <a:xfrm>
            <a:off x="609000" y="2772300"/>
            <a:ext cx="5334000" cy="5400"/>
          </a:xfrm>
          <a:prstGeom prst="rect">
            <a:avLst/>
          </a:prstGeom>
          <a:solidFill>
            <a:srgbClr val="99B0EC"/>
          </a:solidFill>
          <a:ln>
            <a:noFill/>
          </a:ln>
        </p:spPr>
        <p:txBody>
          <a:bodyPr/>
          <a:lstStyle/>
          <a:p/>
        </p:txBody>
      </p:sp>
      <p:sp>
        <p:nvSpPr>
          <p:cNvPr id="305" name="用途section_ttl"/>
          <p:cNvSpPr txBox="1"/>
          <p:nvPr/>
        </p:nvSpPr>
        <p:spPr>
          <a:xfrm>
            <a:off x="609000" y="2791350"/>
            <a:ext cx="976650" cy="5440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729650" y="2791350"/>
            <a:ext cx="2692350" cy="544050"/>
          </a:xfrm>
          <a:prstGeom prst="rect">
            <a:avLst/>
          </a:prstGeom>
          <a:noFill/>
        </p:spPr>
        <p:txBody>
          <a:bodyPr wrap="square" lIns="0" tIns="0" rIns="0" bIns="0" anchor="ctr" anchorCtr="0"/>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見本 Sample</a:t>
            </a:r>
          </a:p>
        </p:txBody>
      </p:sp>
      <p:sp>
        <p:nvSpPr>
          <p:cNvPr id="307" name="仕様section_ttl"/>
          <p:cNvSpPr txBox="1"/>
          <p:nvPr/>
        </p:nvSpPr>
        <p:spPr>
          <a:xfrm>
            <a:off x="4494000" y="2791350"/>
            <a:ext cx="1449000" cy="5440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Std-28B-150／21pt</a:t>
            </a:r>
          </a:p>
        </p:txBody>
      </p:sp>
      <p:sp>
        <p:nvSpPr>
          <p:cNvPr id="308" name="区切section_ttl"/>
          <p:cNvSpPr/>
          <p:nvPr/>
        </p:nvSpPr>
        <p:spPr>
          <a:xfrm>
            <a:off x="609000" y="3354450"/>
            <a:ext cx="5334000" cy="5400"/>
          </a:xfrm>
          <a:prstGeom prst="rect">
            <a:avLst/>
          </a:prstGeom>
          <a:solidFill>
            <a:srgbClr val="99B0EC"/>
          </a:solidFill>
          <a:ln>
            <a:noFill/>
          </a:ln>
        </p:spPr>
        <p:txBody>
          <a:bodyPr/>
          <a:lstStyle/>
          <a:p/>
        </p:txBody>
      </p:sp>
      <p:sp>
        <p:nvSpPr>
          <p:cNvPr id="309" name="用途page_title"/>
          <p:cNvSpPr txBox="1"/>
          <p:nvPr/>
        </p:nvSpPr>
        <p:spPr>
          <a:xfrm>
            <a:off x="609000" y="3373500"/>
            <a:ext cx="97665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729650" y="3373500"/>
            <a:ext cx="269235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a:t>
            </a:r>
          </a:p>
        </p:txBody>
      </p:sp>
      <p:sp>
        <p:nvSpPr>
          <p:cNvPr id="311" name="仕様page_title"/>
          <p:cNvSpPr txBox="1"/>
          <p:nvPr/>
        </p:nvSpPr>
        <p:spPr>
          <a:xfrm>
            <a:off x="4494000" y="3373500"/>
            <a:ext cx="14490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2" name="区切page_title"/>
          <p:cNvSpPr/>
          <p:nvPr/>
        </p:nvSpPr>
        <p:spPr>
          <a:xfrm>
            <a:off x="609000" y="3822300"/>
            <a:ext cx="5334000" cy="5400"/>
          </a:xfrm>
          <a:prstGeom prst="rect">
            <a:avLst/>
          </a:prstGeom>
          <a:solidFill>
            <a:srgbClr val="99B0EC"/>
          </a:solidFill>
          <a:ln>
            <a:noFill/>
          </a:ln>
        </p:spPr>
        <p:txBody>
          <a:bodyPr/>
          <a:lstStyle/>
          <a:p/>
        </p:txBody>
      </p:sp>
      <p:sp>
        <p:nvSpPr>
          <p:cNvPr id="313" name="用途h2"/>
          <p:cNvSpPr txBox="1"/>
          <p:nvPr/>
        </p:nvSpPr>
        <p:spPr>
          <a:xfrm>
            <a:off x="609000" y="3841350"/>
            <a:ext cx="976650" cy="41832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729650" y="3841350"/>
            <a:ext cx="2692350" cy="418320"/>
          </a:xfrm>
          <a:prstGeom prst="rect">
            <a:avLst/>
          </a:prstGeom>
          <a:noFill/>
        </p:spPr>
        <p:txBody>
          <a:bodyPr wrap="square" lIns="0" tIns="0" rIns="0" bIns="0" anchor="ctr"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見本 Sample</a:t>
            </a:r>
          </a:p>
        </p:txBody>
      </p:sp>
      <p:sp>
        <p:nvSpPr>
          <p:cNvPr id="315" name="仕様h2"/>
          <p:cNvSpPr txBox="1"/>
          <p:nvPr/>
        </p:nvSpPr>
        <p:spPr>
          <a:xfrm>
            <a:off x="4494000" y="3841350"/>
            <a:ext cx="1449000" cy="41832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Std-18B-160／13.5pt</a:t>
            </a:r>
          </a:p>
        </p:txBody>
      </p:sp>
      <p:sp>
        <p:nvSpPr>
          <p:cNvPr id="316" name="区切h2"/>
          <p:cNvSpPr/>
          <p:nvPr/>
        </p:nvSpPr>
        <p:spPr>
          <a:xfrm>
            <a:off x="609000" y="4278720"/>
            <a:ext cx="5334000" cy="5400"/>
          </a:xfrm>
          <a:prstGeom prst="rect">
            <a:avLst/>
          </a:prstGeom>
          <a:solidFill>
            <a:srgbClr val="99B0EC"/>
          </a:solidFill>
          <a:ln>
            <a:noFill/>
          </a:ln>
        </p:spPr>
        <p:txBody>
          <a:bodyPr/>
          <a:lstStyle/>
          <a:p/>
        </p:txBody>
      </p:sp>
      <p:sp>
        <p:nvSpPr>
          <p:cNvPr id="317" name="用途h3"/>
          <p:cNvSpPr txBox="1"/>
          <p:nvPr/>
        </p:nvSpPr>
        <p:spPr>
          <a:xfrm>
            <a:off x="609000" y="429777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729650" y="4297770"/>
            <a:ext cx="269235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4494000" y="4297770"/>
            <a:ext cx="1449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609000" y="4719900"/>
            <a:ext cx="5334000" cy="5400"/>
          </a:xfrm>
          <a:prstGeom prst="rect">
            <a:avLst/>
          </a:prstGeom>
          <a:solidFill>
            <a:srgbClr val="99B0EC"/>
          </a:solidFill>
          <a:ln>
            <a:noFill/>
          </a:ln>
        </p:spPr>
        <p:txBody>
          <a:bodyPr/>
          <a:lstStyle/>
          <a:p/>
        </p:txBody>
      </p:sp>
      <p:sp>
        <p:nvSpPr>
          <p:cNvPr id="321" name="用途body"/>
          <p:cNvSpPr txBox="1"/>
          <p:nvPr/>
        </p:nvSpPr>
        <p:spPr>
          <a:xfrm>
            <a:off x="609000" y="4738950"/>
            <a:ext cx="976650" cy="37069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729650" y="4738950"/>
            <a:ext cx="2692350" cy="370695"/>
          </a:xfrm>
          <a:prstGeom prst="rect">
            <a:avLst/>
          </a:prstGeom>
          <a:noFill/>
        </p:spPr>
        <p:txBody>
          <a:bodyPr wrap="square" lIns="0" tIns="0" rIns="0" bIns="0" anchor="ctr"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見本 Sample 0123</a:t>
            </a:r>
          </a:p>
        </p:txBody>
      </p:sp>
      <p:sp>
        <p:nvSpPr>
          <p:cNvPr id="323" name="仕様body"/>
          <p:cNvSpPr txBox="1"/>
          <p:nvPr/>
        </p:nvSpPr>
        <p:spPr>
          <a:xfrm>
            <a:off x="4494000" y="4738950"/>
            <a:ext cx="1449000" cy="37069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Dns-14N-170※／10.5pt</a:t>
            </a:r>
          </a:p>
        </p:txBody>
      </p:sp>
      <p:sp>
        <p:nvSpPr>
          <p:cNvPr id="324" name="区切body"/>
          <p:cNvSpPr/>
          <p:nvPr/>
        </p:nvSpPr>
        <p:spPr>
          <a:xfrm>
            <a:off x="609000" y="5128695"/>
            <a:ext cx="5334000" cy="5400"/>
          </a:xfrm>
          <a:prstGeom prst="rect">
            <a:avLst/>
          </a:prstGeom>
          <a:solidFill>
            <a:srgbClr val="99B0EC"/>
          </a:solidFill>
          <a:ln>
            <a:noFill/>
          </a:ln>
        </p:spPr>
        <p:txBody>
          <a:bodyPr/>
          <a:lstStyle/>
          <a:p/>
        </p:txBody>
      </p:sp>
      <p:sp>
        <p:nvSpPr>
          <p:cNvPr id="325" name="用途dense"/>
          <p:cNvSpPr txBox="1"/>
          <p:nvPr/>
        </p:nvSpPr>
        <p:spPr>
          <a:xfrm>
            <a:off x="609000" y="5147745"/>
            <a:ext cx="9766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729650" y="5147745"/>
            <a:ext cx="26923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4494000" y="5147745"/>
            <a:ext cx="14490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609000" y="5484150"/>
            <a:ext cx="5334000" cy="5400"/>
          </a:xfrm>
          <a:prstGeom prst="rect">
            <a:avLst/>
          </a:prstGeom>
          <a:solidFill>
            <a:srgbClr val="99B0EC"/>
          </a:solidFill>
          <a:ln>
            <a:noFill/>
          </a:ln>
        </p:spPr>
        <p:txBody>
          <a:bodyPr/>
          <a:lstStyle/>
          <a:p/>
        </p:txBody>
      </p:sp>
      <p:sp>
        <p:nvSpPr>
          <p:cNvPr id="329" name="トークン注記"/>
          <p:cNvSpPr txBox="1"/>
          <p:nvPr/>
        </p:nvSpPr>
        <p:spPr>
          <a:xfrm>
            <a:off x="609000" y="5503200"/>
            <a:ext cx="5334000" cy="324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はデジタル庁デザインシステムのテキストスタイル表に無い組み合わせです（読みやすさのため行間を広げています）。</a:t>
            </a:r>
          </a:p>
        </p:txBody>
      </p:sp>
      <p:sp>
        <p:nvSpPr>
          <p:cNvPr id="330" name="行間説明"/>
          <p:cNvSpPr txBox="1"/>
          <p:nvPr/>
        </p:nvSpPr>
        <p:spPr>
          <a:xfrm>
            <a:off x="609000" y="6055800"/>
            <a:ext cx="5334000" cy="2520000"/>
          </a:xfrm>
          <a:prstGeom prst="rect">
            <a:avLst/>
          </a:prstGeom>
          <a:noFill/>
        </p:spPr>
        <p:txBody>
          <a:bodyPr wrap="square" lIns="0" tIns="0" rIns="0" bIns="0" anchor="t"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行間と字間</a:t>
            </a:r>
          </a:p>
          <a:p>
            <a:pPr marL="0" indent="0" algn="l">
              <a:lnSpc>
                <a:spcPts val="1785"/>
              </a:lnSpc>
              <a:spcBef>
                <a:spcPts val="6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行間・字間はデジタル庁デザインシステムの指定を pt に換算して固定しています（本文170%／見出し150〜160%／表・注記130%／字間 0〜2%）。書体を替えても行位置がずれません。</a:t>
            </a:r>
          </a:p>
          <a:p>
            <a:pPr marL="162000" indent="-162000" algn="l">
              <a:lnSpc>
                <a:spcPts val="1785"/>
              </a:lnSpc>
              <a:spcBef>
                <a:spcPts val="8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DADSの14 CSS px 未満は使用しません。強調は Bold で行い、下線・斜体は使いません。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609000" y="1542000"/>
            <a:ext cx="5334000" cy="576000"/>
          </a:xfrm>
          <a:prstGeom prst="rect">
            <a:avLst/>
          </a:prstGeom>
          <a:noFill/>
        </p:spPr>
        <p:txBody>
          <a:bodyPr wrap="square" lIns="0" tIns="0" rIns="0" bIns="0" anchor="t"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609000" y="2190000"/>
            <a:ext cx="2533650" cy="432000"/>
          </a:xfrm>
          <a:prstGeom prst="rect">
            <a:avLst/>
          </a:prstGeom>
          <a:solidFill>
            <a:srgbClr val="0C21BA"/>
          </a:solidFill>
          <a:ln>
            <a:noFill/>
          </a:ln>
        </p:spPr>
        <p:txBody>
          <a:bodyPr/>
          <a:lstStyle/>
          <a:p/>
        </p:txBody>
      </p:sp>
      <p:sp>
        <p:nvSpPr>
          <p:cNvPr id="402" name="色名0"/>
          <p:cNvSpPr txBox="1"/>
          <p:nvPr/>
        </p:nvSpPr>
        <p:spPr>
          <a:xfrm>
            <a:off x="609000" y="2676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409350" y="2190000"/>
            <a:ext cx="2533650" cy="432000"/>
          </a:xfrm>
          <a:prstGeom prst="rect">
            <a:avLst/>
          </a:prstGeom>
          <a:solidFill>
            <a:srgbClr val="2E4EE7"/>
          </a:solidFill>
          <a:ln>
            <a:noFill/>
          </a:ln>
        </p:spPr>
        <p:txBody>
          <a:bodyPr/>
          <a:lstStyle/>
          <a:p/>
        </p:txBody>
      </p:sp>
      <p:sp>
        <p:nvSpPr>
          <p:cNvPr id="404" name="色名1"/>
          <p:cNvSpPr txBox="1"/>
          <p:nvPr/>
        </p:nvSpPr>
        <p:spPr>
          <a:xfrm>
            <a:off x="3409350" y="2676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609000" y="3414000"/>
            <a:ext cx="2533650" cy="432000"/>
          </a:xfrm>
          <a:prstGeom prst="rect">
            <a:avLst/>
          </a:prstGeom>
          <a:solidFill>
            <a:srgbClr val="4F7AE9"/>
          </a:solidFill>
          <a:ln>
            <a:noFill/>
          </a:ln>
        </p:spPr>
        <p:txBody>
          <a:bodyPr/>
          <a:lstStyle/>
          <a:p/>
        </p:txBody>
      </p:sp>
      <p:sp>
        <p:nvSpPr>
          <p:cNvPr id="406" name="色名2"/>
          <p:cNvSpPr txBox="1"/>
          <p:nvPr/>
        </p:nvSpPr>
        <p:spPr>
          <a:xfrm>
            <a:off x="609000" y="3900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409350" y="3414000"/>
            <a:ext cx="2533650" cy="432000"/>
          </a:xfrm>
          <a:prstGeom prst="rect">
            <a:avLst/>
          </a:prstGeom>
          <a:solidFill>
            <a:srgbClr val="626264"/>
          </a:solidFill>
          <a:ln>
            <a:noFill/>
          </a:ln>
        </p:spPr>
        <p:txBody>
          <a:bodyPr/>
          <a:lstStyle/>
          <a:p/>
        </p:txBody>
      </p:sp>
      <p:sp>
        <p:nvSpPr>
          <p:cNvPr id="408" name="色名3"/>
          <p:cNvSpPr txBox="1"/>
          <p:nvPr/>
        </p:nvSpPr>
        <p:spPr>
          <a:xfrm>
            <a:off x="3409350" y="3900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609000" y="4638000"/>
            <a:ext cx="2533650" cy="432000"/>
          </a:xfrm>
          <a:prstGeom prst="rect">
            <a:avLst/>
          </a:prstGeom>
          <a:solidFill>
            <a:srgbClr val="99B0EC"/>
          </a:solidFill>
          <a:ln>
            <a:noFill/>
          </a:ln>
        </p:spPr>
        <p:txBody>
          <a:bodyPr/>
          <a:lstStyle/>
          <a:p/>
        </p:txBody>
      </p:sp>
      <p:sp>
        <p:nvSpPr>
          <p:cNvPr id="410" name="色名4"/>
          <p:cNvSpPr txBox="1"/>
          <p:nvPr/>
        </p:nvSpPr>
        <p:spPr>
          <a:xfrm>
            <a:off x="609000" y="5124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409350" y="4638000"/>
            <a:ext cx="2533650" cy="432000"/>
          </a:xfrm>
          <a:prstGeom prst="rect">
            <a:avLst/>
          </a:prstGeom>
          <a:solidFill>
            <a:srgbClr val="CFDCF0"/>
          </a:solidFill>
          <a:ln>
            <a:noFill/>
          </a:ln>
        </p:spPr>
        <p:txBody>
          <a:bodyPr/>
          <a:lstStyle/>
          <a:p/>
        </p:txBody>
      </p:sp>
      <p:sp>
        <p:nvSpPr>
          <p:cNvPr id="412" name="色名5"/>
          <p:cNvSpPr txBox="1"/>
          <p:nvPr/>
        </p:nvSpPr>
        <p:spPr>
          <a:xfrm>
            <a:off x="3409350" y="5124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609000" y="6014400"/>
            <a:ext cx="5334000" cy="3240000"/>
          </a:xfrm>
          <a:prstGeom prst="rect">
            <a:avLst/>
          </a:prstGeom>
          <a:noFill/>
        </p:spPr>
        <p:txBody>
          <a:bodyPr wrap="square" lIns="0" tIns="0" rIns="0" bIns="0" anchor="t"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色の使用原則</a:t>
            </a:r>
          </a:p>
          <a:p>
            <a:pPr marL="162000" indent="-162000" algn="l">
              <a:lnSpc>
                <a:spcPts val="1785"/>
              </a:lnSpc>
              <a:spcBef>
                <a:spcPts val="6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テキストは 4.5:1 以上、非テキスト要素は 3:1 以上を確保します（淡色背景 #F7F8FB でも同様。上の比率は実測値）。</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4.5:1 未満の色は文字に使えません。ターシャリー以下の3色は面・罫線専用です。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色だけで情報を区別せず、文字・記号・形状を併用します。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フォーカスインジケーターの配色（Yellow-300 と Black の2重構造）は変更禁止です。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のレイアウト思想（マージン・グリッド・ヘッダー／フッターの構成）を踏まえ、デジタル庁デザインシステムの基本デザインに従ってB5タテ用に再設計したものです。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テキストと背景のコントラスト比 4.5:1 以上／非テキスト要素 3:1 以上</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余白は基準単位 8 CSS px の倍率スケール（5段階）</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カラムのガターは本文文字サイズの2倍</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書体は和文 BIZ UDPGothic／欧文 Arial（PCに標準搭載され、WindowsとMacで書体名が一致します）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出典：デジタル庁デザインシステムウェブサイト https://design.digital.go.jp/dads/</a:t>
            </a:r>
          </a:p>
          <a:p>
            <a:pPr marL="0" indent="0" algn="l">
              <a:lnSpc>
                <a:spcPts val="1785"/>
              </a:lnSpc>
              <a:spcBef>
                <a:spcPts val="3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本テンプレートはDADSの規定をB5タテ印刷向けに加工したものであり、デジタル庁が作成したものではありません。</a:t>
            </a:r>
          </a:p>
          <a:p>
            <a:pPr marL="0" indent="0" algn="l">
              <a:lnSpc>
                <a:spcPts val="1785"/>
              </a:lnSpc>
              <a:spcBef>
                <a:spcPts val="3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150"/>
              </a:lnSpc>
              <a:spcBef>
                <a:spcPts val="0"/>
              </a:spcBef>
              <a:buNone/>
              <a:defRPr sz="2100" b="1" i="0" spc="21" kern="1200" dirty="0">
                <a:solidFill>
                  <a:srgbClr val="FFFFFF"/>
                </a:solidFill>
                <a:latin typeface="+mn-lt"/>
                <a:ea typeface="+mn-ea"/>
                <a:cs typeface="+mn-cs"/>
              </a:defRPr>
            </a:pPr>
            <a:r>
              <a:rPr lang="ja-JP" altLang="en-US" sz="2100" b="1" i="0" spc="21"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1785"/>
              </a:lnSpc>
              <a:spcBef>
                <a:spcPts val="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〒000-0000　都道府県市区町村0-0-0</a:t>
            </a:r>
          </a:p>
          <a:p>
            <a:pPr marL="0" indent="0" algn="l">
              <a:lnSpc>
                <a:spcPts val="1785"/>
              </a:lnSpc>
              <a:spcBef>
                <a:spcPts val="30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B5">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BIZ UDPGothic">
      <a:majorFont>
        <a:latin typeface="Arial"/>
        <a:ea typeface="BIZ UDPGothic"/>
        <a:cs typeface=""/>
        <a:font script="Jpan" typeface="BIZ UDPGothic"/>
      </a:majorFont>
      <a:minorFont>
        <a:latin typeface="Arial"/>
        <a:ea typeface="BIZ UDPGothic"/>
        <a:cs typeface=""/>
        <a:font script="Jpan" typeface="BIZ UDP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