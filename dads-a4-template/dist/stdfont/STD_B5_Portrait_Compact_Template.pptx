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6552000" cy="9252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vert" pos="384"/>
        <p:guide orient="vert" pos="1980"/>
        <p:guide orient="vert" pos="2148"/>
        <p:guide orient="vert" pos="3744"/>
        <p:guide orient="horz" pos="336"/>
        <p:guide orient="horz" pos="971"/>
        <p:guide orient="horz" pos="5175"/>
        <p:guide orient="horz" pos="54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表紙（白）">
    <p:spTree>
      <p:nvGrpSpPr>
        <p:cNvPr id="1" name=""/>
        <p:cNvGrpSpPr/>
        <p:nvPr/>
      </p:nvGrpSpPr>
      <p:grpSpPr>
        <a:xfrm>
          <a:off x="0" y="0"/>
          <a:ext cx="0" cy="0"/>
          <a:chOff x="0" y="0"/>
          <a:chExt cx="0" cy="0"/>
        </a:xfrm>
      </p:grpSpPr>
      <p:sp>
        <p:nvSpPr>
          <p:cNvPr id="2" name="天面バー"/>
          <p:cNvSpPr/>
          <p:nvPr/>
        </p:nvSpPr>
        <p:spPr>
          <a:xfrm>
            <a:off x="0" y="0"/>
            <a:ext cx="6552000" cy="216000"/>
          </a:xfrm>
          <a:prstGeom prst="rect">
            <a:avLst/>
          </a:prstGeom>
          <a:solidFill>
            <a:srgbClr val="0C21BA"/>
          </a:solidFill>
          <a:ln>
            <a:noFill/>
          </a:ln>
        </p:spPr>
        <p:txBody>
          <a:bodyPr/>
          <a:lstStyle/>
          <a:p/>
        </p:txBody>
      </p:sp>
      <p:sp>
        <p:nvSpPr>
          <p:cNvPr id="3" name="資料区分"/>
          <p:cNvSpPr>
            <a:spLocks noGrp="1"/>
          </p:cNvSpPr>
          <p:nvPr>
            <p:ph type="body" idx="10" hasCustomPrompt="1"/>
          </p:nvPr>
        </p:nvSpPr>
        <p:spPr>
          <a:xfrm>
            <a:off x="609000" y="3312000"/>
            <a:ext cx="5334000" cy="2160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資料区分・シリーズ名</a:t>
            </a:r>
          </a:p>
        </p:txBody>
      </p:sp>
      <p:sp>
        <p:nvSpPr>
          <p:cNvPr id="4" name="資料タイトル"/>
          <p:cNvSpPr>
            <a:spLocks noGrp="1"/>
          </p:cNvSpPr>
          <p:nvPr>
            <p:ph type="ctrTitle" hasCustomPrompt="1"/>
          </p:nvPr>
        </p:nvSpPr>
        <p:spPr>
          <a:xfrm>
            <a:off x="609000" y="3604320"/>
            <a:ext cx="5334000" cy="1296000"/>
          </a:xfrm>
          <a:prstGeom prst="rect">
            <a:avLst/>
          </a:prstGeom>
        </p:spPr>
        <p:txBody>
          <a:bodyPr wrap="square" lIns="0" tIns="0" rIns="0" bIns="0" anchor="t" anchorCtr="0">
            <a:normAutofit/>
          </a:bodyPr>
          <a:lstStyle>
            <a:lvl1pPr marL="0" indent="0" algn="l">
              <a:lnSpc>
                <a:spcPts val="3780"/>
              </a:lnSpc>
              <a:spcBef>
                <a:spcPts val="0"/>
              </a:spcBef>
              <a:buNone/>
              <a:defRPr sz="2700" b="1" i="0" spc="27" kern="1200" dirty="0">
                <a:solidFill>
                  <a:srgbClr val="000000"/>
                </a:solidFill>
                <a:latin typeface="+mn-lt"/>
                <a:ea typeface="+mn-ea"/>
                <a:cs typeface="+mn-cs"/>
              </a:defRPr>
            </a:lvl1pPr>
          </a:lstStyle>
          <a:p>
            <a:pPr marL="0" indent="0" algn="l">
              <a:lnSpc>
                <a:spcPts val="3780"/>
              </a:lnSpc>
              <a:spcBef>
                <a:spcPts val="0"/>
              </a:spcBef>
              <a:buNone/>
              <a:defRPr sz="2700" b="1" i="0" spc="27" kern="1200" dirty="0">
                <a:solidFill>
                  <a:srgbClr val="000000"/>
                </a:solidFill>
                <a:latin typeface="+mn-lt"/>
                <a:ea typeface="+mn-ea"/>
                <a:cs typeface="+mn-cs"/>
              </a:defRPr>
            </a:pPr>
            <a:r>
              <a:rPr lang="ja-JP" altLang="en-US" sz="2700" b="1" i="0" spc="27" kern="1200" dirty="0">
                <a:solidFill>
                  <a:srgbClr val="000000"/>
                </a:solidFill>
                <a:latin typeface="+mn-lt"/>
                <a:ea typeface="+mn-ea"/>
                <a:cs typeface="+mn-cs"/>
              </a:rPr>
              <a:t>資料タイトルを入力</a:t>
            </a:r>
          </a:p>
        </p:txBody>
      </p:sp>
      <p:sp>
        <p:nvSpPr>
          <p:cNvPr id="5" name="タイトル罫"/>
          <p:cNvSpPr/>
          <p:nvPr/>
        </p:nvSpPr>
        <p:spPr>
          <a:xfrm>
            <a:off x="609000" y="5205240"/>
            <a:ext cx="1600200" cy="36000"/>
          </a:xfrm>
          <a:prstGeom prst="rect">
            <a:avLst/>
          </a:prstGeom>
          <a:solidFill>
            <a:srgbClr val="0C21BA"/>
          </a:solidFill>
          <a:ln>
            <a:noFill/>
          </a:ln>
        </p:spPr>
        <p:txBody>
          <a:bodyPr/>
          <a:lstStyle/>
          <a:p/>
        </p:txBody>
      </p:sp>
      <p:sp>
        <p:nvSpPr>
          <p:cNvPr id="6" name="サブタイトル"/>
          <p:cNvSpPr>
            <a:spLocks noGrp="1"/>
          </p:cNvSpPr>
          <p:nvPr>
            <p:ph type="subTitle" idx="1" hasCustomPrompt="1"/>
          </p:nvPr>
        </p:nvSpPr>
        <p:spPr>
          <a:xfrm>
            <a:off x="609000" y="5469840"/>
            <a:ext cx="5334000" cy="576000"/>
          </a:xfrm>
          <a:prstGeom prst="rect">
            <a:avLst/>
          </a:prstGeom>
        </p:spPr>
        <p:txBody>
          <a:bodyPr wrap="square" lIns="0" tIns="0" rIns="0" bIns="0" anchor="t" anchorCtr="0">
            <a:normAutofit/>
          </a:bodyPr>
          <a:lstStyle>
            <a:lvl1pPr marL="0" indent="0" algn="l">
              <a:lnSpc>
                <a:spcPts val="2160"/>
              </a:lnSpc>
              <a:spcBef>
                <a:spcPts val="0"/>
              </a:spcBef>
              <a:buNone/>
              <a:defRPr sz="1350" b="0" i="0" spc="27" kern="1200" dirty="0">
                <a:solidFill>
                  <a:srgbClr val="626264"/>
                </a:solidFill>
                <a:latin typeface="+mn-lt"/>
                <a:ea typeface="+mn-ea"/>
                <a:cs typeface="+mn-cs"/>
              </a:defRPr>
            </a:lvl1pPr>
          </a:lstStyle>
          <a:p>
            <a:pPr marL="0" indent="0" algn="l">
              <a:lnSpc>
                <a:spcPts val="2160"/>
              </a:lnSpc>
              <a:spcBef>
                <a:spcPts val="0"/>
              </a:spcBef>
              <a:buNone/>
              <a:defRPr sz="1350" b="0" i="0" spc="27" kern="1200" dirty="0">
                <a:solidFill>
                  <a:srgbClr val="626264"/>
                </a:solidFill>
                <a:latin typeface="+mn-lt"/>
                <a:ea typeface="+mn-ea"/>
                <a:cs typeface="+mn-cs"/>
              </a:defRPr>
            </a:pPr>
            <a:r>
              <a:rPr lang="ja-JP" altLang="en-US" sz="1350" b="0" i="0" spc="27" kern="1200" dirty="0">
                <a:solidFill>
                  <a:srgbClr val="626264"/>
                </a:solidFill>
                <a:latin typeface="+mn-lt"/>
                <a:ea typeface="+mn-ea"/>
                <a:cs typeface="+mn-cs"/>
              </a:rPr>
              <a:t>サブタイトルを入力</a:t>
            </a:r>
          </a:p>
        </p:txBody>
      </p:sp>
      <p:sp>
        <p:nvSpPr>
          <p:cNvPr id="7" name="発行者"/>
          <p:cNvSpPr>
            <a:spLocks noGrp="1"/>
          </p:cNvSpPr>
          <p:nvPr>
            <p:ph type="body" idx="11" hasCustomPrompt="1"/>
          </p:nvPr>
        </p:nvSpPr>
        <p:spPr>
          <a:xfrm>
            <a:off x="609000" y="9564120"/>
            <a:ext cx="5334000" cy="5184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000000"/>
                </a:solidFill>
                <a:latin typeface="+mn-lt"/>
                <a:ea typeface="+mn-ea"/>
                <a:cs typeface="+mn-cs"/>
              </a:defRPr>
            </a:lvl1p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組織名・部署名</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表紙（濃色）">
    <p:bg>
      <p:bgPr>
        <a:solidFill>
          <a:srgbClr val="0C21BA"/>
        </a:solidFill>
        <a:effectLst/>
      </p:bgPr>
    </p:bg>
    <p:spTree>
      <p:nvGrpSpPr>
        <p:cNvPr id="1" name=""/>
        <p:cNvGrpSpPr/>
        <p:nvPr/>
      </p:nvGrpSpPr>
      <p:grpSpPr>
        <a:xfrm>
          <a:off x="0" y="0"/>
          <a:ext cx="0" cy="0"/>
          <a:chOff x="0" y="0"/>
          <a:chExt cx="0" cy="0"/>
        </a:xfrm>
      </p:grpSpPr>
      <p:sp>
        <p:nvSpPr>
          <p:cNvPr id="2" name="資料区分"/>
          <p:cNvSpPr>
            <a:spLocks noGrp="1"/>
          </p:cNvSpPr>
          <p:nvPr>
            <p:ph type="body" idx="10" hasCustomPrompt="1"/>
          </p:nvPr>
        </p:nvSpPr>
        <p:spPr>
          <a:xfrm>
            <a:off x="609000" y="3312000"/>
            <a:ext cx="5334000" cy="2160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CFDCF0"/>
                </a:solidFill>
                <a:latin typeface="+mn-lt"/>
                <a:ea typeface="+mn-ea"/>
                <a:cs typeface="+mn-cs"/>
              </a:defRPr>
            </a:lvl1pPr>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資料区分・シリーズ名</a:t>
            </a:r>
          </a:p>
        </p:txBody>
      </p:sp>
      <p:sp>
        <p:nvSpPr>
          <p:cNvPr id="3" name="資料タイトル"/>
          <p:cNvSpPr>
            <a:spLocks noGrp="1"/>
          </p:cNvSpPr>
          <p:nvPr>
            <p:ph type="ctrTitle" hasCustomPrompt="1"/>
          </p:nvPr>
        </p:nvSpPr>
        <p:spPr>
          <a:xfrm>
            <a:off x="609000" y="3604320"/>
            <a:ext cx="5334000" cy="1296000"/>
          </a:xfrm>
          <a:prstGeom prst="rect">
            <a:avLst/>
          </a:prstGeom>
        </p:spPr>
        <p:txBody>
          <a:bodyPr wrap="square" lIns="0" tIns="0" rIns="0" bIns="0" anchor="t" anchorCtr="0">
            <a:normAutofit/>
          </a:bodyPr>
          <a:lstStyle>
            <a:lvl1pPr marL="0" indent="0" algn="l">
              <a:lnSpc>
                <a:spcPts val="3780"/>
              </a:lnSpc>
              <a:spcBef>
                <a:spcPts val="0"/>
              </a:spcBef>
              <a:buNone/>
              <a:defRPr sz="2700" b="1" i="0" spc="27" kern="1200" dirty="0">
                <a:solidFill>
                  <a:srgbClr val="FFFFFF"/>
                </a:solidFill>
                <a:latin typeface="+mn-lt"/>
                <a:ea typeface="+mn-ea"/>
                <a:cs typeface="+mn-cs"/>
              </a:defRPr>
            </a:lvl1pPr>
          </a:lstStyle>
          <a:p>
            <a:pPr marL="0" indent="0" algn="l">
              <a:lnSpc>
                <a:spcPts val="3780"/>
              </a:lnSpc>
              <a:spcBef>
                <a:spcPts val="0"/>
              </a:spcBef>
              <a:buNone/>
              <a:defRPr sz="2700" b="1" i="0" spc="27" kern="1200" dirty="0">
                <a:solidFill>
                  <a:srgbClr val="FFFFFF"/>
                </a:solidFill>
                <a:latin typeface="+mn-lt"/>
                <a:ea typeface="+mn-ea"/>
                <a:cs typeface="+mn-cs"/>
              </a:defRPr>
            </a:pPr>
            <a:r>
              <a:rPr lang="ja-JP" altLang="en-US" sz="2700" b="1" i="0" spc="27" kern="1200" dirty="0">
                <a:solidFill>
                  <a:srgbClr val="FFFFFF"/>
                </a:solidFill>
                <a:latin typeface="+mn-lt"/>
                <a:ea typeface="+mn-ea"/>
                <a:cs typeface="+mn-cs"/>
              </a:rPr>
              <a:t>資料タイトルを入力</a:t>
            </a:r>
          </a:p>
        </p:txBody>
      </p:sp>
      <p:sp>
        <p:nvSpPr>
          <p:cNvPr id="4" name="タイトル罫"/>
          <p:cNvSpPr/>
          <p:nvPr/>
        </p:nvSpPr>
        <p:spPr>
          <a:xfrm>
            <a:off x="609000" y="5205240"/>
            <a:ext cx="1600200" cy="36000"/>
          </a:xfrm>
          <a:prstGeom prst="rect">
            <a:avLst/>
          </a:prstGeom>
          <a:solidFill>
            <a:srgbClr val="FFFFFF"/>
          </a:solidFill>
          <a:ln>
            <a:noFill/>
          </a:ln>
        </p:spPr>
        <p:txBody>
          <a:bodyPr/>
          <a:lstStyle/>
          <a:p/>
        </p:txBody>
      </p:sp>
      <p:sp>
        <p:nvSpPr>
          <p:cNvPr id="5" name="サブタイトル"/>
          <p:cNvSpPr>
            <a:spLocks noGrp="1"/>
          </p:cNvSpPr>
          <p:nvPr>
            <p:ph type="subTitle" idx="1" hasCustomPrompt="1"/>
          </p:nvPr>
        </p:nvSpPr>
        <p:spPr>
          <a:xfrm>
            <a:off x="609000" y="5469840"/>
            <a:ext cx="5334000" cy="576000"/>
          </a:xfrm>
          <a:prstGeom prst="rect">
            <a:avLst/>
          </a:prstGeom>
        </p:spPr>
        <p:txBody>
          <a:bodyPr wrap="square" lIns="0" tIns="0" rIns="0" bIns="0" anchor="t" anchorCtr="0">
            <a:normAutofit/>
          </a:bodyPr>
          <a:lstStyle>
            <a:lvl1pPr marL="0" indent="0" algn="l">
              <a:lnSpc>
                <a:spcPts val="2160"/>
              </a:lnSpc>
              <a:spcBef>
                <a:spcPts val="0"/>
              </a:spcBef>
              <a:buNone/>
              <a:defRPr sz="1350" b="0" i="0" spc="27" kern="1200" dirty="0">
                <a:solidFill>
                  <a:srgbClr val="CFDCF0"/>
                </a:solidFill>
                <a:latin typeface="+mn-lt"/>
                <a:ea typeface="+mn-ea"/>
                <a:cs typeface="+mn-cs"/>
              </a:defRPr>
            </a:lvl1pPr>
          </a:lstStyle>
          <a:p>
            <a:pPr marL="0" indent="0" algn="l">
              <a:lnSpc>
                <a:spcPts val="2160"/>
              </a:lnSpc>
              <a:spcBef>
                <a:spcPts val="0"/>
              </a:spcBef>
              <a:buNone/>
              <a:defRPr sz="1350" b="0" i="0" spc="27" kern="1200" dirty="0">
                <a:solidFill>
                  <a:srgbClr val="CFDCF0"/>
                </a:solidFill>
                <a:latin typeface="+mn-lt"/>
                <a:ea typeface="+mn-ea"/>
                <a:cs typeface="+mn-cs"/>
              </a:defRPr>
            </a:pPr>
            <a:r>
              <a:rPr lang="ja-JP" altLang="en-US" sz="1350" b="0" i="0" spc="27" kern="1200" dirty="0">
                <a:solidFill>
                  <a:srgbClr val="CFDCF0"/>
                </a:solidFill>
                <a:latin typeface="+mn-lt"/>
                <a:ea typeface="+mn-ea"/>
                <a:cs typeface="+mn-cs"/>
              </a:rPr>
              <a:t>サブタイトルを入力</a:t>
            </a:r>
          </a:p>
        </p:txBody>
      </p:sp>
      <p:sp>
        <p:nvSpPr>
          <p:cNvPr id="6" name="発行者"/>
          <p:cNvSpPr>
            <a:spLocks noGrp="1"/>
          </p:cNvSpPr>
          <p:nvPr>
            <p:ph type="body" idx="11" hasCustomPrompt="1"/>
          </p:nvPr>
        </p:nvSpPr>
        <p:spPr>
          <a:xfrm>
            <a:off x="609000" y="9564120"/>
            <a:ext cx="5334000" cy="5184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FFFFFF"/>
                </a:solidFill>
                <a:latin typeface="+mn-lt"/>
                <a:ea typeface="+mn-ea"/>
                <a:cs typeface="+mn-cs"/>
              </a:defRPr>
            </a:lvl1pPr>
          </a:lstStyle>
          <a:p>
            <a:pPr marL="0" indent="0" algn="l">
              <a:lnSpc>
                <a:spcPts val="1365"/>
              </a:lnSpc>
              <a:spcBef>
                <a:spcPts val="0"/>
              </a:spcBef>
              <a:buNone/>
              <a:defRPr sz="1050" b="0" i="0" spc="0" kern="1200" dirty="0">
                <a:solidFill>
                  <a:srgbClr val="FFFFFF"/>
                </a:solidFill>
                <a:latin typeface="+mn-lt"/>
                <a:ea typeface="+mn-ea"/>
                <a:cs typeface="+mn-cs"/>
              </a:defRPr>
            </a:pPr>
            <a:r>
              <a:rPr lang="ja-JP" altLang="en-US" sz="1050" b="0" i="0" spc="0" kern="1200" dirty="0">
                <a:solidFill>
                  <a:srgbClr val="FFFFFF"/>
                </a:solidFill>
                <a:latin typeface="+mn-lt"/>
                <a:ea typeface="+mn-ea"/>
                <a:cs typeface="+mn-cs"/>
              </a:rPr>
              <a:t>組織名・部署名</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章扉">
    <p:bg>
      <p:bgPr>
        <a:solidFill>
          <a:srgbClr val="F7F8FB"/>
        </a:solidFill>
        <a:effectLst/>
      </p:bgPr>
    </p:bg>
    <p:spTree>
      <p:nvGrpSpPr>
        <p:cNvPr id="1" name=""/>
        <p:cNvGrpSpPr/>
        <p:nvPr/>
      </p:nvGrpSpPr>
      <p:grpSpPr>
        <a:xfrm>
          <a:off x="0" y="0"/>
          <a:ext cx="0" cy="0"/>
          <a:chOff x="0" y="0"/>
          <a:chExt cx="0" cy="0"/>
        </a:xfrm>
      </p:grpSpPr>
      <p:sp>
        <p:nvSpPr>
          <p:cNvPr id="2" name="章番号"/>
          <p:cNvSpPr>
            <a:spLocks noGrp="1"/>
          </p:cNvSpPr>
          <p:nvPr>
            <p:ph type="body" idx="10" hasCustomPrompt="1"/>
          </p:nvPr>
        </p:nvSpPr>
        <p:spPr>
          <a:xfrm>
            <a:off x="609000" y="4140000"/>
            <a:ext cx="5334000" cy="234000"/>
          </a:xfrm>
          <a:prstGeom prst="rect">
            <a:avLst/>
          </a:prstGeom>
        </p:spPr>
        <p:txBody>
          <a:bodyPr wrap="square" lIns="0" tIns="0" rIns="0" bIns="0" anchor="b" anchorCtr="0">
            <a:normAutofit/>
          </a:bodyPr>
          <a:lstStyle>
            <a:lvl1pPr marL="0" indent="0" algn="l">
              <a:lnSpc>
                <a:spcPts val="2160"/>
              </a:lnSpc>
              <a:spcBef>
                <a:spcPts val="0"/>
              </a:spcBef>
              <a:buNone/>
              <a:defRPr sz="1350" b="1" i="0" spc="27" kern="1200" dirty="0">
                <a:solidFill>
                  <a:srgbClr val="0C21BA"/>
                </a:solidFill>
                <a:latin typeface="+mn-lt"/>
                <a:ea typeface="+mn-ea"/>
                <a:cs typeface="+mn-cs"/>
              </a:defRPr>
            </a:lvl1pPr>
          </a:lstStyle>
          <a:p>
            <a:pPr marL="0" indent="0" algn="l">
              <a:lnSpc>
                <a:spcPts val="2160"/>
              </a:lnSpc>
              <a:spcBef>
                <a:spcPts val="0"/>
              </a:spcBef>
              <a:buNone/>
              <a:defRPr sz="1350" b="1" i="0" spc="27" kern="1200" dirty="0">
                <a:solidFill>
                  <a:srgbClr val="0C21BA"/>
                </a:solidFill>
                <a:latin typeface="+mn-lt"/>
                <a:ea typeface="+mn-ea"/>
                <a:cs typeface="+mn-cs"/>
              </a:defRPr>
            </a:pPr>
            <a:r>
              <a:rPr lang="ja-JP" altLang="en-US" sz="1350" b="1" i="0" spc="27" kern="1200" dirty="0">
                <a:solidFill>
                  <a:srgbClr val="0C21BA"/>
                </a:solidFill>
                <a:latin typeface="+mn-lt"/>
                <a:ea typeface="+mn-ea"/>
                <a:cs typeface="+mn-cs"/>
              </a:rPr>
              <a:t>SECTION 01</a:t>
            </a:r>
          </a:p>
        </p:txBody>
      </p:sp>
      <p:sp>
        <p:nvSpPr>
          <p:cNvPr id="3" name="章タイトル"/>
          <p:cNvSpPr>
            <a:spLocks noGrp="1"/>
          </p:cNvSpPr>
          <p:nvPr>
            <p:ph type="title" hasCustomPrompt="1"/>
          </p:nvPr>
        </p:nvSpPr>
        <p:spPr>
          <a:xfrm>
            <a:off x="609000" y="4449600"/>
            <a:ext cx="5334000" cy="468000"/>
          </a:xfrm>
          <a:prstGeom prst="rect">
            <a:avLst/>
          </a:prstGeom>
        </p:spPr>
        <p:txBody>
          <a:bodyPr wrap="square" lIns="0" tIns="0" rIns="0" bIns="0" anchor="t" anchorCtr="0">
            <a:normAutofit/>
          </a:bodyPr>
          <a:lstStyle>
            <a:lvl1pPr marL="0" indent="0" algn="l">
              <a:lnSpc>
                <a:spcPts val="3150"/>
              </a:lnSpc>
              <a:spcBef>
                <a:spcPts val="0"/>
              </a:spcBef>
              <a:buNone/>
              <a:defRPr sz="2100" b="1" i="0" spc="21" kern="1200" dirty="0">
                <a:solidFill>
                  <a:srgbClr val="000000"/>
                </a:solidFill>
                <a:latin typeface="+mn-lt"/>
                <a:ea typeface="+mn-ea"/>
                <a:cs typeface="+mn-cs"/>
              </a:defRPr>
            </a:lvl1pPr>
          </a:lstStyle>
          <a:p>
            <a:pPr marL="0" indent="0" algn="l">
              <a:lnSpc>
                <a:spcPts val="3150"/>
              </a:lnSpc>
              <a:spcBef>
                <a:spcPts val="0"/>
              </a:spcBef>
              <a:buNone/>
              <a:defRPr sz="2100" b="1" i="0" spc="21" kern="1200" dirty="0">
                <a:solidFill>
                  <a:srgbClr val="000000"/>
                </a:solidFill>
                <a:latin typeface="+mn-lt"/>
                <a:ea typeface="+mn-ea"/>
                <a:cs typeface="+mn-cs"/>
              </a:defRPr>
            </a:pPr>
            <a:r>
              <a:rPr lang="ja-JP" altLang="en-US" sz="2100" b="1" i="0" spc="21" kern="1200" dirty="0">
                <a:solidFill>
                  <a:srgbClr val="000000"/>
                </a:solidFill>
                <a:latin typeface="+mn-lt"/>
                <a:ea typeface="+mn-ea"/>
                <a:cs typeface="+mn-cs"/>
              </a:rPr>
              <a:t>章タイトルを入力</a:t>
            </a:r>
          </a:p>
        </p:txBody>
      </p:sp>
      <p:sp>
        <p:nvSpPr>
          <p:cNvPr id="4" name="章罫"/>
          <p:cNvSpPr/>
          <p:nvPr/>
        </p:nvSpPr>
        <p:spPr>
          <a:xfrm>
            <a:off x="609000" y="5222520"/>
            <a:ext cx="1600200" cy="36000"/>
          </a:xfrm>
          <a:prstGeom prst="rect">
            <a:avLst/>
          </a:prstGeom>
          <a:solidFill>
            <a:srgbClr val="0C21BA"/>
          </a:solidFill>
          <a:ln>
            <a:noFill/>
          </a:ln>
        </p:spPr>
        <p:txBody>
          <a:bodyPr/>
          <a:lstStyle/>
          <a:p/>
        </p:txBody>
      </p:sp>
      <p:sp>
        <p:nvSpPr>
          <p:cNvPr id="5" name="章概要"/>
          <p:cNvSpPr>
            <a:spLocks noGrp="1"/>
          </p:cNvSpPr>
          <p:nvPr>
            <p:ph type="body" idx="11" hasCustomPrompt="1"/>
          </p:nvPr>
        </p:nvSpPr>
        <p:spPr>
          <a:xfrm>
            <a:off x="609000" y="5487120"/>
            <a:ext cx="3467100" cy="10800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626264"/>
                </a:solidFill>
                <a:latin typeface="+mn-lt"/>
                <a:ea typeface="+mn-ea"/>
                <a:cs typeface="+mn-cs"/>
              </a:defRPr>
            </a:lvl1pPr>
          </a:lstStyle>
          <a:p>
            <a:pPr marL="0" indent="0" algn="l">
              <a:lnSpc>
                <a:spcPts val="1785"/>
              </a:lnSpc>
              <a:spcBef>
                <a:spcPts val="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この章で扱う内容を入力</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標準（1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本文"/>
          <p:cNvSpPr>
            <a:spLocks noGrp="1"/>
          </p:cNvSpPr>
          <p:nvPr>
            <p:ph type="body" idx="1" hasCustomPrompt="1"/>
          </p:nvPr>
        </p:nvSpPr>
        <p:spPr>
          <a:xfrm>
            <a:off x="609000" y="1542000"/>
            <a:ext cx="5334000" cy="66741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2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左見出し"/>
          <p:cNvSpPr>
            <a:spLocks noGrp="1"/>
          </p:cNvSpPr>
          <p:nvPr>
            <p:ph type="body" idx="1" hasCustomPrompt="1"/>
          </p:nvPr>
        </p:nvSpPr>
        <p:spPr>
          <a:xfrm>
            <a:off x="609000" y="1542000"/>
            <a:ext cx="2533650" cy="288000"/>
          </a:xfrm>
          <a:prstGeom prst="rect">
            <a:avLst/>
          </a:prstGeom>
        </p:spPr>
        <p:txBody>
          <a:bodyPr wrap="square" lIns="0" tIns="0" rIns="0" bIns="0" anchor="t" anchorCtr="0">
            <a:normAutofit/>
          </a:bodyPr>
          <a:lstStyle>
            <a:lvl1pPr marL="0" indent="0" algn="l">
              <a:lnSpc>
                <a:spcPts val="2160"/>
              </a:lnSpc>
              <a:spcBef>
                <a:spcPts val="0"/>
              </a:spcBef>
              <a:buNone/>
              <a:defRPr sz="1350" b="1" i="0" spc="27" kern="1200" dirty="0">
                <a:solidFill>
                  <a:srgbClr val="000000"/>
                </a:solidFill>
                <a:latin typeface="+mn-lt"/>
                <a:ea typeface="+mn-ea"/>
                <a:cs typeface="+mn-cs"/>
              </a:defRPr>
            </a:lvl1p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左カラム見出し</a:t>
            </a:r>
          </a:p>
        </p:txBody>
      </p:sp>
      <p:sp>
        <p:nvSpPr>
          <p:cNvPr id="9" name="左本文"/>
          <p:cNvSpPr>
            <a:spLocks noGrp="1"/>
          </p:cNvSpPr>
          <p:nvPr>
            <p:ph type="body" idx="2" hasCustomPrompt="1"/>
          </p:nvPr>
        </p:nvSpPr>
        <p:spPr>
          <a:xfrm>
            <a:off x="609000" y="1982400"/>
            <a:ext cx="2533650" cy="62337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本文を入力</a:t>
            </a:r>
          </a:p>
        </p:txBody>
      </p:sp>
      <p:sp>
        <p:nvSpPr>
          <p:cNvPr id="10" name="右見出し"/>
          <p:cNvSpPr>
            <a:spLocks noGrp="1"/>
          </p:cNvSpPr>
          <p:nvPr>
            <p:ph type="body" idx="3" hasCustomPrompt="1"/>
          </p:nvPr>
        </p:nvSpPr>
        <p:spPr>
          <a:xfrm>
            <a:off x="3409350" y="1542000"/>
            <a:ext cx="2533650" cy="288000"/>
          </a:xfrm>
          <a:prstGeom prst="rect">
            <a:avLst/>
          </a:prstGeom>
        </p:spPr>
        <p:txBody>
          <a:bodyPr wrap="square" lIns="0" tIns="0" rIns="0" bIns="0" anchor="t" anchorCtr="0">
            <a:normAutofit/>
          </a:bodyPr>
          <a:lstStyle>
            <a:lvl1pPr marL="0" indent="0" algn="l">
              <a:lnSpc>
                <a:spcPts val="2160"/>
              </a:lnSpc>
              <a:spcBef>
                <a:spcPts val="0"/>
              </a:spcBef>
              <a:buNone/>
              <a:defRPr sz="1350" b="1" i="0" spc="27" kern="1200" dirty="0">
                <a:solidFill>
                  <a:srgbClr val="000000"/>
                </a:solidFill>
                <a:latin typeface="+mn-lt"/>
                <a:ea typeface="+mn-ea"/>
                <a:cs typeface="+mn-cs"/>
              </a:defRPr>
            </a:lvl1p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右カラム見出し</a:t>
            </a:r>
          </a:p>
        </p:txBody>
      </p:sp>
      <p:sp>
        <p:nvSpPr>
          <p:cNvPr id="11" name="右本文"/>
          <p:cNvSpPr>
            <a:spLocks noGrp="1"/>
          </p:cNvSpPr>
          <p:nvPr>
            <p:ph type="body" idx="4" hasCustomPrompt="1"/>
          </p:nvPr>
        </p:nvSpPr>
        <p:spPr>
          <a:xfrm>
            <a:off x="3409350" y="1982400"/>
            <a:ext cx="2533650" cy="62337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図表（フル幅）">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図表見出し"/>
          <p:cNvSpPr>
            <a:spLocks noGrp="1"/>
          </p:cNvSpPr>
          <p:nvPr>
            <p:ph type="body" idx="1" hasCustomPrompt="1"/>
          </p:nvPr>
        </p:nvSpPr>
        <p:spPr>
          <a:xfrm>
            <a:off x="609000" y="1542000"/>
            <a:ext cx="5334000" cy="252000"/>
          </a:xfrm>
          <a:prstGeom prst="rect">
            <a:avLst/>
          </a:prstGeom>
        </p:spPr>
        <p:txBody>
          <a:bodyPr wrap="square" lIns="0" tIns="0" rIns="0" bIns="0" anchor="t" anchorCtr="0">
            <a:normAutofit/>
          </a:bodyPr>
          <a:lstStyle>
            <a:lvl1pPr marL="0" indent="0" algn="l">
              <a:lnSpc>
                <a:spcPts val="2040"/>
              </a:lnSpc>
              <a:spcBef>
                <a:spcPts val="0"/>
              </a:spcBef>
              <a:buNone/>
              <a:defRPr sz="1200" b="1" i="0" spc="24" kern="1200" dirty="0">
                <a:solidFill>
                  <a:srgbClr val="000000"/>
                </a:solidFill>
                <a:latin typeface="+mn-lt"/>
                <a:ea typeface="+mn-ea"/>
                <a:cs typeface="+mn-cs"/>
              </a:defRPr>
            </a:lvl1p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図表の見出しを入力</a:t>
            </a:r>
          </a:p>
        </p:txBody>
      </p:sp>
      <p:sp>
        <p:nvSpPr>
          <p:cNvPr id="9" name="図表パネル"/>
          <p:cNvSpPr/>
          <p:nvPr/>
        </p:nvSpPr>
        <p:spPr>
          <a:xfrm>
            <a:off x="609000" y="1870200"/>
            <a:ext cx="5334000" cy="5833500"/>
          </a:xfrm>
          <a:prstGeom prst="rect">
            <a:avLst/>
          </a:prstGeom>
          <a:solidFill>
            <a:srgbClr val="F7F8FB"/>
          </a:solidFill>
          <a:ln>
            <a:noFill/>
          </a:ln>
        </p:spPr>
        <p:txBody>
          <a:bodyPr/>
          <a:lstStyle/>
          <a:p/>
        </p:txBody>
      </p:sp>
      <p:sp>
        <p:nvSpPr>
          <p:cNvPr id="10" name="図表エリア"/>
          <p:cNvSpPr>
            <a:spLocks noGrp="1"/>
          </p:cNvSpPr>
          <p:nvPr>
            <p:ph type="body" idx="2" hasCustomPrompt="1"/>
          </p:nvPr>
        </p:nvSpPr>
        <p:spPr>
          <a:xfrm>
            <a:off x="609000" y="1870200"/>
            <a:ext cx="5334000" cy="5833500"/>
          </a:xfrm>
          <a:prstGeom prst="rect">
            <a:avLst/>
          </a:prstGeom>
        </p:spPr>
        <p:txBody>
          <a:bodyPr wrap="square" lIns="0" tIns="0" rIns="0" bIns="0" anchor="ctr" anchorCtr="0">
            <a:normAutofit/>
          </a:bodyPr>
          <a:lstStyle>
            <a:lvl1pPr marL="0" indent="0" algn="ctr">
              <a:lnSpc>
                <a:spcPts val="1365"/>
              </a:lnSpc>
              <a:spcBef>
                <a:spcPts val="0"/>
              </a:spcBef>
              <a:buNone/>
              <a:defRPr sz="1050" b="0" i="0" spc="0" kern="1200" dirty="0">
                <a:solidFill>
                  <a:srgbClr val="626264"/>
                </a:solidFill>
                <a:latin typeface="+mn-lt"/>
                <a:ea typeface="+mn-ea"/>
                <a:cs typeface="+mn-cs"/>
              </a:defRPr>
            </a:lvl1p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グラフ・表・画像を配置</a:t>
            </a:r>
          </a:p>
        </p:txBody>
      </p:sp>
      <p:sp>
        <p:nvSpPr>
          <p:cNvPr id="11" name="図表キャプション"/>
          <p:cNvSpPr>
            <a:spLocks noGrp="1"/>
          </p:cNvSpPr>
          <p:nvPr>
            <p:ph type="body" idx="3" hasCustomPrompt="1"/>
          </p:nvPr>
        </p:nvSpPr>
        <p:spPr>
          <a:xfrm>
            <a:off x="609000" y="7856100"/>
            <a:ext cx="5334000" cy="3600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出典・データの期間・注記を入力</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白紙（ヘッダー・フッターのみ）">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裏表紙">
    <p:bg>
      <p:bgPr>
        <a:solidFill>
          <a:srgbClr val="0C21BA"/>
        </a:solidFill>
        <a:effectLst/>
      </p:bgPr>
    </p:bg>
    <p:spTree>
      <p:nvGrpSpPr>
        <p:cNvPr id="1" name=""/>
        <p:cNvGrpSpPr/>
        <p:nvPr/>
      </p:nvGrpSpPr>
      <p:grpSpPr>
        <a:xfrm>
          <a:off x="0" y="0"/>
          <a:ext cx="0" cy="0"/>
          <a:chOff x="0" y="0"/>
          <a:chExt cx="0" cy="0"/>
        </a:xfrm>
      </p:grpSpPr>
      <p:sp>
        <p:nvSpPr>
          <p:cNvPr id="2" name="組織名"/>
          <p:cNvSpPr>
            <a:spLocks noGrp="1"/>
          </p:cNvSpPr>
          <p:nvPr>
            <p:ph type="title" hasCustomPrompt="1"/>
          </p:nvPr>
        </p:nvSpPr>
        <p:spPr>
          <a:xfrm>
            <a:off x="609000" y="4320000"/>
            <a:ext cx="5334000" cy="468000"/>
          </a:xfrm>
          <a:prstGeom prst="rect">
            <a:avLst/>
          </a:prstGeom>
        </p:spPr>
        <p:txBody>
          <a:bodyPr wrap="square" lIns="0" tIns="0" rIns="0" bIns="0" anchor="t" anchorCtr="0">
            <a:normAutofit/>
          </a:bodyPr>
          <a:lstStyle>
            <a:lvl1pPr marL="0" indent="0" algn="l">
              <a:lnSpc>
                <a:spcPts val="3150"/>
              </a:lnSpc>
              <a:spcBef>
                <a:spcPts val="0"/>
              </a:spcBef>
              <a:buNone/>
              <a:defRPr sz="2100" b="1" i="0" spc="21" kern="1200" dirty="0">
                <a:solidFill>
                  <a:srgbClr val="FFFFFF"/>
                </a:solidFill>
                <a:latin typeface="+mn-lt"/>
                <a:ea typeface="+mn-ea"/>
                <a:cs typeface="+mn-cs"/>
              </a:defRPr>
            </a:lvl1pPr>
          </a:lstStyle>
          <a:p>
            <a:pPr marL="0" indent="0" algn="l">
              <a:lnSpc>
                <a:spcPts val="3150"/>
              </a:lnSpc>
              <a:spcBef>
                <a:spcPts val="0"/>
              </a:spcBef>
              <a:buNone/>
              <a:defRPr sz="2100" b="1" i="0" spc="21" kern="1200" dirty="0">
                <a:solidFill>
                  <a:srgbClr val="FFFFFF"/>
                </a:solidFill>
                <a:latin typeface="+mn-lt"/>
                <a:ea typeface="+mn-ea"/>
                <a:cs typeface="+mn-cs"/>
              </a:defRPr>
            </a:pPr>
            <a:r>
              <a:rPr lang="ja-JP" altLang="en-US" sz="2100" b="1" i="0" spc="21" kern="1200" dirty="0">
                <a:solidFill>
                  <a:srgbClr val="FFFFFF"/>
                </a:solidFill>
                <a:latin typeface="+mn-lt"/>
                <a:ea typeface="+mn-ea"/>
                <a:cs typeface="+mn-cs"/>
              </a:rPr>
              <a:t>組織名を入力</a:t>
            </a:r>
          </a:p>
        </p:txBody>
      </p:sp>
      <p:sp>
        <p:nvSpPr>
          <p:cNvPr id="3" name="裏表紙罫"/>
          <p:cNvSpPr/>
          <p:nvPr/>
        </p:nvSpPr>
        <p:spPr>
          <a:xfrm>
            <a:off x="609000" y="5094000"/>
            <a:ext cx="1600200" cy="36000"/>
          </a:xfrm>
          <a:prstGeom prst="rect">
            <a:avLst/>
          </a:prstGeom>
          <a:solidFill>
            <a:srgbClr val="FFFFFF"/>
          </a:solidFill>
          <a:ln>
            <a:noFill/>
          </a:ln>
        </p:spPr>
        <p:txBody>
          <a:bodyPr/>
          <a:lstStyle/>
          <a:p/>
        </p:txBody>
      </p:sp>
      <p:sp>
        <p:nvSpPr>
          <p:cNvPr id="4" name="連絡先"/>
          <p:cNvSpPr>
            <a:spLocks noGrp="1"/>
          </p:cNvSpPr>
          <p:nvPr>
            <p:ph type="body" idx="10" hasCustomPrompt="1"/>
          </p:nvPr>
        </p:nvSpPr>
        <p:spPr>
          <a:xfrm>
            <a:off x="609000" y="5360400"/>
            <a:ext cx="3467100" cy="14400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CFDCF0"/>
                </a:solidFill>
                <a:latin typeface="+mn-lt"/>
                <a:ea typeface="+mn-ea"/>
                <a:cs typeface="+mn-cs"/>
              </a:defRPr>
            </a:lvl1pPr>
          </a:lstStyle>
          <a:p>
            <a:pPr marL="0" indent="0" algn="l">
              <a:lnSpc>
                <a:spcPts val="1785"/>
              </a:lnSpc>
              <a:spcBef>
                <a:spcPts val="0"/>
              </a:spcBef>
              <a:buNone/>
              <a:defRPr sz="1050" b="0" i="0" spc="21" kern="1200" dirty="0">
                <a:solidFill>
                  <a:srgbClr val="CFDCF0"/>
                </a:solidFill>
                <a:latin typeface="+mn-lt"/>
                <a:ea typeface="+mn-ea"/>
                <a:cs typeface="+mn-cs"/>
              </a:defRPr>
            </a:pPr>
            <a:r>
              <a:rPr lang="ja-JP" altLang="en-US" sz="1050" b="0" i="0" spc="21" kern="1200" dirty="0">
                <a:solidFill>
                  <a:srgbClr val="CFDCF0"/>
                </a:solidFill>
                <a:latin typeface="+mn-lt"/>
                <a:ea typeface="+mn-ea"/>
                <a:cs typeface="+mn-cs"/>
              </a:rPr>
              <a:t>問い合わせ先・URLを入力</a:t>
            </a:r>
          </a:p>
        </p:txBody>
      </p:sp>
      <p:sp>
        <p:nvSpPr>
          <p:cNvPr id="5" name="出典"/>
          <p:cNvSpPr txBox="1"/>
          <p:nvPr/>
        </p:nvSpPr>
        <p:spPr>
          <a:xfrm>
            <a:off x="609000" y="9432000"/>
            <a:ext cx="5334000" cy="648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出典：デジタル庁デザインシステムウェブサイト https://design.digital.go.jp/dads/</a:t>
            </a:r>
          </a:p>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本テンプレートはDADSの規定をB5タテ印刷向けに加工したものであり、デジタル庁が作成したものではありません。</a:t>
            </a:r>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マスタータイトルの書式設定</a:t>
            </a:r>
          </a:p>
        </p:txBody>
      </p:sp>
      <p:sp>
        <p:nvSpPr>
          <p:cNvPr id="3" name="本文"/>
          <p:cNvSpPr>
            <a:spLocks noGrp="1"/>
          </p:cNvSpPr>
          <p:nvPr>
            <p:ph type="body" idx="1" hasCustomPrompt="1"/>
          </p:nvPr>
        </p:nvSpPr>
        <p:spPr>
          <a:xfrm>
            <a:off x="609000" y="1542000"/>
            <a:ext cx="5334000" cy="66741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マスターテキストの書式設定</a:t>
            </a:r>
          </a:p>
        </p:txBody>
      </p:sp>
      <p:sp>
        <p:nvSpPr>
          <p:cNvPr id="4" name="フッター"/>
          <p:cNvSpPr>
            <a:spLocks noGrp="1"/>
          </p:cNvSpPr>
          <p:nvPr>
            <p:ph type="ftr" idx="2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endParaRPr lang="ja-JP" sz="1050" b="0" i="0" spc="0" kern="1200" dirty="0">
              <a:solidFill>
                <a:srgbClr val="626264"/>
              </a:solidFill>
              <a:latin typeface="+mn-lt"/>
              <a:ea typeface="+mn-ea"/>
              <a:cs typeface="+mn-cs"/>
            </a:endParaRPr>
          </a:p>
        </p:txBody>
      </p:sp>
      <p:sp>
        <p:nvSpPr>
          <p:cNvPr id="5"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0" indent="0" algn="l">
        <a:lnSpc>
          <a:spcPts val="2250"/>
        </a:lnSpc>
        <a:spcBef>
          <a:spcPts val="0"/>
        </a:spcBef>
        <a:buNone/>
        <a:defRPr sz="1500" b="1" i="0" spc="30" kern="1200" dirty="0">
          <a:solidFill>
            <a:srgbClr val="000000"/>
          </a:solidFill>
          <a:latin typeface="+mn-lt"/>
          <a:ea typeface="+mn-ea"/>
          <a:cs typeface="+mn-cs"/>
        </a:defRPr>
      </a:lvl1pPr>
    </p:titleStyle>
    <p:bodyStyle>
      <a:lvl1pPr marL="0" indent="0" algn="l">
        <a:lnSpc>
          <a:spcPts val="1785"/>
        </a:lnSpc>
        <a:spcBef>
          <a:spcPts val="0"/>
        </a:spcBef>
        <a:buNone/>
        <a:defRPr sz="1050" b="0" i="0" spc="21" kern="1200" dirty="0">
          <a:solidFill>
            <a:srgbClr val="000000"/>
          </a:solidFill>
          <a:latin typeface="+mn-lt"/>
          <a:ea typeface="+mn-ea"/>
          <a:cs typeface="+mn-cs"/>
        </a:defRPr>
      </a:lvl1pPr>
      <a:lvl2pPr marL="0" indent="0" algn="l">
        <a:lnSpc>
          <a:spcPts val="1785"/>
        </a:lnSpc>
        <a:spcBef>
          <a:spcPts val="0"/>
        </a:spcBef>
        <a:buNone/>
        <a:defRPr sz="1050" b="0" i="0" spc="21" kern="1200" dirty="0">
          <a:solidFill>
            <a:srgbClr val="000000"/>
          </a:solidFill>
          <a:latin typeface="+mn-lt"/>
          <a:ea typeface="+mn-ea"/>
          <a:cs typeface="+mn-cs"/>
        </a:defRPr>
      </a:lvl2pPr>
      <a:lvl3pPr marL="0" indent="0" algn="l">
        <a:lnSpc>
          <a:spcPts val="1365"/>
        </a:lnSpc>
        <a:spcBef>
          <a:spcPts val="0"/>
        </a:spcBef>
        <a:buNone/>
        <a:defRPr sz="1050" b="0" i="0" spc="0" kern="1200" dirty="0">
          <a:solidFill>
            <a:srgbClr val="626264"/>
          </a:solidFill>
          <a:latin typeface="+mn-lt"/>
          <a:ea typeface="+mn-ea"/>
          <a:cs typeface="+mn-cs"/>
        </a:defRPr>
      </a:lvl3pPr>
      <a:lvl4pPr marL="0" indent="0" algn="l">
        <a:lnSpc>
          <a:spcPts val="1365"/>
        </a:lnSpc>
        <a:spcBef>
          <a:spcPts val="0"/>
        </a:spcBef>
        <a:buNone/>
        <a:defRPr sz="1050" b="0" i="0" spc="0" kern="1200" dirty="0">
          <a:solidFill>
            <a:srgbClr val="626264"/>
          </a:solidFill>
          <a:latin typeface="+mn-lt"/>
          <a:ea typeface="+mn-ea"/>
          <a:cs typeface="+mn-cs"/>
        </a:defRPr>
      </a:lvl4pPr>
      <a:lvl5pPr marL="0" indent="0" algn="l">
        <a:lnSpc>
          <a:spcPts val="1365"/>
        </a:lnSpc>
        <a:spcBef>
          <a:spcPts val="0"/>
        </a:spcBef>
        <a:buNone/>
        <a:defRPr sz="1050" b="0" i="0" spc="0" kern="1200" dirty="0">
          <a:solidFill>
            <a:srgbClr val="626264"/>
          </a:solidFill>
          <a:latin typeface="+mn-lt"/>
          <a:ea typeface="+mn-ea"/>
          <a:cs typeface="+mn-cs"/>
        </a:defRPr>
      </a:lvl5pPr>
    </p:bodyStyle>
    <p:otherStyle>
      <a:lvl1pPr marL="0" indent="0" algn="l">
        <a:lnSpc>
          <a:spcPts val="1785"/>
        </a:lnSpc>
        <a:spcBef>
          <a:spcPts val="0"/>
        </a:spcBef>
        <a:buNone/>
        <a:defRPr sz="1050" b="0" i="0" spc="21" kern="1200" dirty="0">
          <a:solidFill>
            <a:srgbClr val="000000"/>
          </a:solidFill>
          <a:latin typeface="+mn-lt"/>
          <a:ea typeface="+mn-ea"/>
          <a:cs typeface="+mn-cs"/>
        </a:defRPr>
      </a:lvl1pPr>
      <a:lvl2pPr marL="0" indent="0" algn="l">
        <a:lnSpc>
          <a:spcPts val="1785"/>
        </a:lnSpc>
        <a:spcBef>
          <a:spcPts val="0"/>
        </a:spcBef>
        <a:buNone/>
        <a:defRPr sz="1050" b="0" i="0" spc="21" kern="1200" dirty="0">
          <a:solidFill>
            <a:srgbClr val="000000"/>
          </a:solidFill>
          <a:latin typeface="+mn-lt"/>
          <a:ea typeface="+mn-ea"/>
          <a:cs typeface="+mn-cs"/>
        </a:defRPr>
      </a:lvl2pPr>
      <a:lvl3pPr marL="0" indent="0" algn="l">
        <a:lnSpc>
          <a:spcPts val="1785"/>
        </a:lnSpc>
        <a:spcBef>
          <a:spcPts val="0"/>
        </a:spcBef>
        <a:buNone/>
        <a:defRPr sz="1050" b="0" i="0" spc="21" kern="1200" dirty="0">
          <a:solidFill>
            <a:srgbClr val="000000"/>
          </a:solidFill>
          <a:latin typeface="+mn-lt"/>
          <a:ea typeface="+mn-ea"/>
          <a:cs typeface="+mn-cs"/>
        </a:defRPr>
      </a:lvl3pPr>
      <a:lvl4pPr marL="0" indent="0" algn="l">
        <a:lnSpc>
          <a:spcPts val="1785"/>
        </a:lnSpc>
        <a:spcBef>
          <a:spcPts val="0"/>
        </a:spcBef>
        <a:buNone/>
        <a:defRPr sz="1050" b="0" i="0" spc="21" kern="1200" dirty="0">
          <a:solidFill>
            <a:srgbClr val="000000"/>
          </a:solidFill>
          <a:latin typeface="+mn-lt"/>
          <a:ea typeface="+mn-ea"/>
          <a:cs typeface="+mn-cs"/>
        </a:defRPr>
      </a:lvl4pPr>
      <a:lvl5pPr marL="0" indent="0" algn="l">
        <a:lnSpc>
          <a:spcPts val="1785"/>
        </a:lnSpc>
        <a:spcBef>
          <a:spcPts val="0"/>
        </a:spcBef>
        <a:buNone/>
        <a:defRPr sz="1050" b="0" i="0" spc="21" kern="1200" dirty="0">
          <a:solidFill>
            <a:srgbClr val="000000"/>
          </a:solidFill>
          <a:latin typeface="+mn-lt"/>
          <a:ea typeface="+mn-ea"/>
          <a:cs typeface="+mn-cs"/>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業務報告書テンプレート</a:t>
            </a:r>
          </a:p>
        </p:txBody>
      </p:sp>
      <p:sp>
        <p:nvSpPr>
          <p:cNvPr id="3" name="Title 2"/>
          <p:cNvSpPr>
            <a:spLocks noGrp="1"/>
          </p:cNvSpPr>
          <p:nvPr>
            <p:ph type="ctrTitle"/>
          </p:nvPr>
        </p:nvSpPr>
        <p:spPr/>
        <p:txBody>
          <a:bodyPr/>
          <a:lstStyle/>
          <a:p>
            <a:pPr marL="0" indent="0" algn="l">
              <a:lnSpc>
                <a:spcPts val="3780"/>
              </a:lnSpc>
              <a:spcBef>
                <a:spcPts val="0"/>
              </a:spcBef>
              <a:buNone/>
              <a:defRPr sz="2700" b="1" i="0" spc="27" kern="1200" dirty="0">
                <a:solidFill>
                  <a:srgbClr val="000000"/>
                </a:solidFill>
                <a:latin typeface="+mn-lt"/>
                <a:ea typeface="+mn-ea"/>
                <a:cs typeface="+mn-cs"/>
              </a:defRPr>
            </a:pPr>
            <a:r>
              <a:rPr lang="ja-JP" altLang="en-US" sz="2700" b="1" i="0" spc="27" kern="1200" dirty="0">
                <a:solidFill>
                  <a:srgbClr val="000000"/>
                </a:solidFill>
                <a:latin typeface="+mn-lt"/>
                <a:ea typeface="+mn-ea"/>
                <a:cs typeface="+mn-cs"/>
              </a:rPr>
              <a:t>資料タイトルが入ります</a:t>
            </a:r>
          </a:p>
        </p:txBody>
      </p:sp>
      <p:sp>
        <p:nvSpPr>
          <p:cNvPr id="4" name="Subtitle 3"/>
          <p:cNvSpPr>
            <a:spLocks noGrp="1"/>
          </p:cNvSpPr>
          <p:nvPr>
            <p:ph type="subTitle" idx="1"/>
          </p:nvPr>
        </p:nvSpPr>
        <p:spPr/>
        <p:txBody>
          <a:bodyPr/>
          <a:lstStyle/>
          <a:p>
            <a:pPr marL="0" indent="0" algn="l">
              <a:lnSpc>
                <a:spcPts val="2160"/>
              </a:lnSpc>
              <a:spcBef>
                <a:spcPts val="0"/>
              </a:spcBef>
              <a:buNone/>
              <a:defRPr sz="1350" b="0" i="0" spc="27" kern="1200" dirty="0">
                <a:solidFill>
                  <a:srgbClr val="626264"/>
                </a:solidFill>
                <a:latin typeface="+mn-lt"/>
                <a:ea typeface="+mn-ea"/>
                <a:cs typeface="+mn-cs"/>
              </a:defRPr>
            </a:pPr>
            <a:r>
              <a:rPr lang="ja-JP" altLang="en-US" sz="1350" b="0" i="0" spc="27" kern="1200" dirty="0">
                <a:solidFill>
                  <a:srgbClr val="626264"/>
                </a:solidFill>
                <a:latin typeface="+mn-lt"/>
                <a:ea typeface="+mn-ea"/>
                <a:cs typeface="+mn-cs"/>
              </a:rPr>
              <a:t>サブタイトルが入ります（B5タテ・デジタル庁デザインシステム準拠）</a:t>
            </a:r>
          </a:p>
        </p:txBody>
      </p:sp>
      <p:sp>
        <p:nvSpPr>
          <p:cNvPr id="5" name="Text Placeholder 4"/>
          <p:cNvSpPr>
            <a:spLocks noGrp="1"/>
          </p:cNvSpPr>
          <p:nvPr>
            <p:ph type="body" idx="11"/>
          </p:nvPr>
        </p:nvSpPr>
        <p:spPr/>
        <p: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組織名・部署名</a:t>
            </a:r>
          </a:p>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YYYY年MM月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本資料について</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目次</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01　本テンプレートの目的</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02　レイアウトの考え方</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03　タイポグラフィとカラー</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04　作図・作表の指針</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05　利用上の注意と出典</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160"/>
              </a:lnSpc>
              <a:spcBef>
                <a:spcPts val="0"/>
              </a:spcBef>
              <a:buNone/>
              <a:defRPr sz="1350" b="1" i="0" spc="27" kern="1200" dirty="0">
                <a:solidFill>
                  <a:srgbClr val="0C21BA"/>
                </a:solidFill>
                <a:latin typeface="+mn-lt"/>
                <a:ea typeface="+mn-ea"/>
                <a:cs typeface="+mn-cs"/>
              </a:defRPr>
            </a:pPr>
            <a:r>
              <a:rPr lang="ja-JP" altLang="en-US" sz="1350" b="1" i="0" spc="27" kern="1200" dirty="0">
                <a:solidFill>
                  <a:srgbClr val="0C21BA"/>
                </a:solidFill>
                <a:latin typeface="+mn-lt"/>
                <a:ea typeface="+mn-ea"/>
                <a:cs typeface="+mn-cs"/>
              </a:rPr>
              <a:t>SECTION 02</a:t>
            </a:r>
          </a:p>
        </p:txBody>
      </p:sp>
      <p:sp>
        <p:nvSpPr>
          <p:cNvPr id="3" name="Title 2"/>
          <p:cNvSpPr>
            <a:spLocks noGrp="1"/>
          </p:cNvSpPr>
          <p:nvPr>
            <p:ph type="title"/>
          </p:nvPr>
        </p:nvSpPr>
        <p:spPr/>
        <p:txBody>
          <a:bodyPr/>
          <a:lstStyle/>
          <a:p>
            <a:pPr marL="0" indent="0" algn="l">
              <a:lnSpc>
                <a:spcPts val="3150"/>
              </a:lnSpc>
              <a:spcBef>
                <a:spcPts val="0"/>
              </a:spcBef>
              <a:buNone/>
              <a:defRPr sz="2100" b="1" i="0" spc="21" kern="1200" dirty="0">
                <a:solidFill>
                  <a:srgbClr val="000000"/>
                </a:solidFill>
                <a:latin typeface="+mn-lt"/>
                <a:ea typeface="+mn-ea"/>
                <a:cs typeface="+mn-cs"/>
              </a:defRPr>
            </a:pPr>
            <a:r>
              <a:rPr lang="ja-JP" altLang="en-US" sz="2100" b="1" i="0" spc="21" kern="1200" dirty="0">
                <a:solidFill>
                  <a:srgbClr val="000000"/>
                </a:solidFill>
                <a:latin typeface="+mn-lt"/>
                <a:ea typeface="+mn-ea"/>
                <a:cs typeface="+mn-cs"/>
              </a:rPr>
              <a:t>レイアウトの考え方</a:t>
            </a:r>
          </a:p>
        </p:txBody>
      </p:sp>
      <p:sp>
        <p:nvSpPr>
          <p:cNvPr id="4" name="Text Placeholder 3"/>
          <p:cNvSpPr>
            <a:spLocks noGrp="1"/>
          </p:cNvSpPr>
          <p:nvPr>
            <p:ph type="body" idx="11"/>
          </p:nvPr>
        </p:nvSpPr>
        <p:spPr/>
        <p:txBody>
          <a:bodyPr/>
          <a:lstStyle/>
          <a:p>
            <a:pPr marL="0" indent="0" algn="l">
              <a:lnSpc>
                <a:spcPts val="1785"/>
              </a:lnSpc>
              <a:spcBef>
                <a:spcPts val="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マージン・カラム・ガターの定義と、B5タテでの版面の取り方を示します。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版面（グリッド）の定義</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B5タテ（182×257mm）の版面は、デジタル庁デザインシステムのレイアウト規定（マージン・カラム・ガター）に従って構成します。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グリッドの構成要素</a:t>
            </a:r>
          </a:p>
          <a:p>
            <a:pPr marL="162000" indent="-162000" algn="l">
              <a:lnSpc>
                <a:spcPts val="1785"/>
              </a:lnSpc>
              <a:spcBef>
                <a:spcPts val="5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マージン：左右 16.9mm／上下 14.8mm。版面幅は 148.2mm となります。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カラム：6カラム。1カラムの幅は 18.5mm（本文文字サイズ14pxの5倍）です。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ガター：7.4mm。本文文字サイズの2倍を確保し、隣接カラムの誤読を防ぎます。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余白スケール</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基準単位は 8 CSS px（2.1mm）。1・2・3・4・8倍の5段階に絞って使用します。</a:t>
            </a:r>
          </a:p>
          <a:p>
            <a:pPr marL="0" indent="0" algn="l">
              <a:lnSpc>
                <a:spcPts val="1365"/>
              </a:lnSpc>
              <a:spcBef>
                <a:spcPts val="500"/>
              </a:spcBef>
              <a:buNone/>
              <a:defRPr sz="1050" b="1" i="0" spc="0" kern="1200" dirty="0">
                <a:solidFill>
                  <a:srgbClr val="0C21BA"/>
                </a:solidFill>
                <a:latin typeface="+mn-lt"/>
                <a:ea typeface="+mn-ea"/>
                <a:cs typeface="+mn-cs"/>
              </a:defRPr>
            </a:pPr>
            <a:r>
              <a:rPr lang="ja-JP" altLang="en-US" sz="1050" b="1" i="0" spc="0" kern="1200" dirty="0">
                <a:solidFill>
                  <a:srgbClr val="0C21BA"/>
                </a:solidFill>
                <a:latin typeface="+mn-lt"/>
                <a:ea typeface="+mn-ea"/>
                <a:cs typeface="+mn-cs"/>
              </a:rPr>
              <a:t>2.1mm／4.2mm／6.4mm／8.5mm／16.9mm</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要素の関係が近いほど小さい余白を、階層が変わるところには大きい余白を与えます。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グリッド図</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500" name="用紙"/>
          <p:cNvSpPr/>
          <p:nvPr/>
        </p:nvSpPr>
        <p:spPr>
          <a:xfrm>
            <a:off x="609000" y="1686000"/>
            <a:ext cx="2533650" cy="3577737"/>
          </a:xfrm>
          <a:prstGeom prst="rect">
            <a:avLst/>
          </a:prstGeom>
          <a:solidFill>
            <a:srgbClr val="FFFFFF"/>
          </a:solidFill>
          <a:ln w="7200" cap="flat">
            <a:solidFill>
              <a:srgbClr val="626264"/>
            </a:solidFill>
          </a:ln>
        </p:spPr>
        <p:txBody>
          <a:bodyPr/>
          <a:lstStyle/>
          <a:p/>
        </p:txBody>
      </p:sp>
      <p:sp>
        <p:nvSpPr>
          <p:cNvPr id="501" name="ヘッダー帯"/>
          <p:cNvSpPr/>
          <p:nvPr/>
        </p:nvSpPr>
        <p:spPr>
          <a:xfrm>
            <a:off x="844500" y="1892265"/>
            <a:ext cx="2062651" cy="390024"/>
          </a:xfrm>
          <a:prstGeom prst="rect">
            <a:avLst/>
          </a:prstGeom>
          <a:solidFill>
            <a:srgbClr val="F7F8FB"/>
          </a:solidFill>
          <a:ln>
            <a:noFill/>
          </a:ln>
        </p:spPr>
        <p:txBody>
          <a:bodyPr/>
          <a:lstStyle/>
          <a:p/>
        </p:txBody>
      </p:sp>
      <p:sp>
        <p:nvSpPr>
          <p:cNvPr id="502" name="フッター帯"/>
          <p:cNvSpPr/>
          <p:nvPr/>
        </p:nvSpPr>
        <p:spPr>
          <a:xfrm>
            <a:off x="844500" y="4951555"/>
            <a:ext cx="2062651" cy="105917"/>
          </a:xfrm>
          <a:prstGeom prst="rect">
            <a:avLst/>
          </a:prstGeom>
          <a:solidFill>
            <a:srgbClr val="F7F8FB"/>
          </a:solidFill>
          <a:ln>
            <a:noFill/>
          </a:ln>
        </p:spPr>
        <p:txBody>
          <a:bodyPr/>
          <a:lstStyle/>
          <a:p/>
        </p:txBody>
      </p:sp>
      <p:sp>
        <p:nvSpPr>
          <p:cNvPr id="503" name="見出し罫図"/>
          <p:cNvSpPr/>
          <p:nvPr/>
        </p:nvSpPr>
        <p:spPr>
          <a:xfrm>
            <a:off x="844500" y="2186930"/>
            <a:ext cx="2062651" cy="10800"/>
          </a:xfrm>
          <a:prstGeom prst="rect">
            <a:avLst/>
          </a:prstGeom>
          <a:solidFill>
            <a:srgbClr val="0C21BA"/>
          </a:solidFill>
          <a:ln>
            <a:noFill/>
          </a:ln>
        </p:spPr>
        <p:txBody>
          <a:bodyPr/>
          <a:lstStyle/>
          <a:p/>
        </p:txBody>
      </p:sp>
      <p:sp>
        <p:nvSpPr>
          <p:cNvPr id="504" name="カラム0"/>
          <p:cNvSpPr/>
          <p:nvPr/>
        </p:nvSpPr>
        <p:spPr>
          <a:xfrm>
            <a:off x="844500" y="2282289"/>
            <a:ext cx="257831" cy="2580866"/>
          </a:xfrm>
          <a:prstGeom prst="rect">
            <a:avLst/>
          </a:prstGeom>
          <a:solidFill>
            <a:srgbClr val="CFDCF0"/>
          </a:solidFill>
          <a:ln>
            <a:noFill/>
          </a:ln>
        </p:spPr>
        <p:txBody>
          <a:bodyPr/>
          <a:lstStyle/>
          <a:p/>
        </p:txBody>
      </p:sp>
      <p:sp>
        <p:nvSpPr>
          <p:cNvPr id="505" name="カラム1"/>
          <p:cNvSpPr/>
          <p:nvPr/>
        </p:nvSpPr>
        <p:spPr>
          <a:xfrm>
            <a:off x="1205463" y="2282289"/>
            <a:ext cx="257831" cy="2580866"/>
          </a:xfrm>
          <a:prstGeom prst="rect">
            <a:avLst/>
          </a:prstGeom>
          <a:solidFill>
            <a:srgbClr val="CFDCF0"/>
          </a:solidFill>
          <a:ln>
            <a:noFill/>
          </a:ln>
        </p:spPr>
        <p:txBody>
          <a:bodyPr/>
          <a:lstStyle/>
          <a:p/>
        </p:txBody>
      </p:sp>
      <p:sp>
        <p:nvSpPr>
          <p:cNvPr id="506" name="カラム2"/>
          <p:cNvSpPr/>
          <p:nvPr/>
        </p:nvSpPr>
        <p:spPr>
          <a:xfrm>
            <a:off x="1566427" y="2282289"/>
            <a:ext cx="257831" cy="2580866"/>
          </a:xfrm>
          <a:prstGeom prst="rect">
            <a:avLst/>
          </a:prstGeom>
          <a:solidFill>
            <a:srgbClr val="CFDCF0"/>
          </a:solidFill>
          <a:ln>
            <a:noFill/>
          </a:ln>
        </p:spPr>
        <p:txBody>
          <a:bodyPr/>
          <a:lstStyle/>
          <a:p/>
        </p:txBody>
      </p:sp>
      <p:sp>
        <p:nvSpPr>
          <p:cNvPr id="507" name="カラム3"/>
          <p:cNvSpPr/>
          <p:nvPr/>
        </p:nvSpPr>
        <p:spPr>
          <a:xfrm>
            <a:off x="1927391" y="2282289"/>
            <a:ext cx="257831" cy="2580866"/>
          </a:xfrm>
          <a:prstGeom prst="rect">
            <a:avLst/>
          </a:prstGeom>
          <a:solidFill>
            <a:srgbClr val="CFDCF0"/>
          </a:solidFill>
          <a:ln>
            <a:noFill/>
          </a:ln>
        </p:spPr>
        <p:txBody>
          <a:bodyPr/>
          <a:lstStyle/>
          <a:p/>
        </p:txBody>
      </p:sp>
      <p:sp>
        <p:nvSpPr>
          <p:cNvPr id="508" name="カラム4"/>
          <p:cNvSpPr/>
          <p:nvPr/>
        </p:nvSpPr>
        <p:spPr>
          <a:xfrm>
            <a:off x="2288355" y="2282289"/>
            <a:ext cx="257831" cy="2580866"/>
          </a:xfrm>
          <a:prstGeom prst="rect">
            <a:avLst/>
          </a:prstGeom>
          <a:solidFill>
            <a:srgbClr val="CFDCF0"/>
          </a:solidFill>
          <a:ln>
            <a:noFill/>
          </a:ln>
        </p:spPr>
        <p:txBody>
          <a:bodyPr/>
          <a:lstStyle/>
          <a:p/>
        </p:txBody>
      </p:sp>
      <p:sp>
        <p:nvSpPr>
          <p:cNvPr id="509" name="カラム5"/>
          <p:cNvSpPr/>
          <p:nvPr/>
        </p:nvSpPr>
        <p:spPr>
          <a:xfrm>
            <a:off x="2649319" y="2282289"/>
            <a:ext cx="257831" cy="2580866"/>
          </a:xfrm>
          <a:prstGeom prst="rect">
            <a:avLst/>
          </a:prstGeom>
          <a:solidFill>
            <a:srgbClr val="CFDCF0"/>
          </a:solidFill>
          <a:ln>
            <a:noFill/>
          </a:ln>
        </p:spPr>
        <p:txBody>
          <a:bodyPr/>
          <a:lstStyle/>
          <a:p/>
        </p:txBody>
      </p:sp>
      <p:sp>
        <p:nvSpPr>
          <p:cNvPr id="510" name="図注1"/>
          <p:cNvSpPr txBox="1"/>
          <p:nvPr/>
        </p:nvSpPr>
        <p:spPr>
          <a:xfrm>
            <a:off x="609000" y="5371737"/>
            <a:ext cx="2533650" cy="432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水色＝カラム／淡灰＝ヘッダー・フッター領域</a:t>
            </a:r>
          </a:p>
        </p:txBody>
      </p:sp>
      <p:sp>
        <p:nvSpPr>
          <p:cNvPr id="511" name="凡例見出し"/>
          <p:cNvSpPr txBox="1"/>
          <p:nvPr/>
        </p:nvSpPr>
        <p:spPr>
          <a:xfrm>
            <a:off x="3409350" y="1686000"/>
            <a:ext cx="2533650" cy="288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寸法</a:t>
            </a:r>
          </a:p>
        </p:txBody>
      </p:sp>
      <p:sp>
        <p:nvSpPr>
          <p:cNvPr id="512" name="凡例罫用紙"/>
          <p:cNvSpPr/>
          <p:nvPr/>
        </p:nvSpPr>
        <p:spPr>
          <a:xfrm>
            <a:off x="3409350" y="2010000"/>
            <a:ext cx="2533650" cy="5400"/>
          </a:xfrm>
          <a:prstGeom prst="rect">
            <a:avLst/>
          </a:prstGeom>
          <a:solidFill>
            <a:srgbClr val="99B0EC"/>
          </a:solidFill>
          <a:ln>
            <a:noFill/>
          </a:ln>
        </p:spPr>
        <p:txBody>
          <a:bodyPr/>
          <a:lstStyle/>
          <a:p/>
        </p:txBody>
      </p:sp>
      <p:sp>
        <p:nvSpPr>
          <p:cNvPr id="513" name="凡例用紙"/>
          <p:cNvSpPr txBox="1"/>
          <p:nvPr/>
        </p:nvSpPr>
        <p:spPr>
          <a:xfrm>
            <a:off x="3409350" y="208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用紙</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B5タテ 182 × 257 mm</a:t>
            </a:r>
          </a:p>
        </p:txBody>
      </p:sp>
      <p:sp>
        <p:nvSpPr>
          <p:cNvPr id="514" name="凡例罫マージン"/>
          <p:cNvSpPr/>
          <p:nvPr/>
        </p:nvSpPr>
        <p:spPr>
          <a:xfrm>
            <a:off x="3409350" y="2550000"/>
            <a:ext cx="2533650" cy="5400"/>
          </a:xfrm>
          <a:prstGeom prst="rect">
            <a:avLst/>
          </a:prstGeom>
          <a:solidFill>
            <a:srgbClr val="99B0EC"/>
          </a:solidFill>
          <a:ln>
            <a:noFill/>
          </a:ln>
        </p:spPr>
        <p:txBody>
          <a:bodyPr/>
          <a:lstStyle/>
          <a:p/>
        </p:txBody>
      </p:sp>
      <p:sp>
        <p:nvSpPr>
          <p:cNvPr id="515" name="凡例マージン"/>
          <p:cNvSpPr txBox="1"/>
          <p:nvPr/>
        </p:nvSpPr>
        <p:spPr>
          <a:xfrm>
            <a:off x="3409350" y="262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マージン</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左右 16.9 mm／上下 14.8 mm</a:t>
            </a:r>
          </a:p>
        </p:txBody>
      </p:sp>
      <p:sp>
        <p:nvSpPr>
          <p:cNvPr id="516" name="凡例罫版面"/>
          <p:cNvSpPr/>
          <p:nvPr/>
        </p:nvSpPr>
        <p:spPr>
          <a:xfrm>
            <a:off x="3409350" y="3090000"/>
            <a:ext cx="2533650" cy="5400"/>
          </a:xfrm>
          <a:prstGeom prst="rect">
            <a:avLst/>
          </a:prstGeom>
          <a:solidFill>
            <a:srgbClr val="99B0EC"/>
          </a:solidFill>
          <a:ln>
            <a:noFill/>
          </a:ln>
        </p:spPr>
        <p:txBody>
          <a:bodyPr/>
          <a:lstStyle/>
          <a:p/>
        </p:txBody>
      </p:sp>
      <p:sp>
        <p:nvSpPr>
          <p:cNvPr id="517" name="凡例版面"/>
          <p:cNvSpPr txBox="1"/>
          <p:nvPr/>
        </p:nvSpPr>
        <p:spPr>
          <a:xfrm>
            <a:off x="3409350" y="316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版面</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148.2 × 185.4 mm</a:t>
            </a:r>
          </a:p>
        </p:txBody>
      </p:sp>
      <p:sp>
        <p:nvSpPr>
          <p:cNvPr id="518" name="凡例罫カラム"/>
          <p:cNvSpPr/>
          <p:nvPr/>
        </p:nvSpPr>
        <p:spPr>
          <a:xfrm>
            <a:off x="3409350" y="3630000"/>
            <a:ext cx="2533650" cy="5400"/>
          </a:xfrm>
          <a:prstGeom prst="rect">
            <a:avLst/>
          </a:prstGeom>
          <a:solidFill>
            <a:srgbClr val="99B0EC"/>
          </a:solidFill>
          <a:ln>
            <a:noFill/>
          </a:ln>
        </p:spPr>
        <p:txBody>
          <a:bodyPr/>
          <a:lstStyle/>
          <a:p/>
        </p:txBody>
      </p:sp>
      <p:sp>
        <p:nvSpPr>
          <p:cNvPr id="519" name="凡例カラム"/>
          <p:cNvSpPr txBox="1"/>
          <p:nvPr/>
        </p:nvSpPr>
        <p:spPr>
          <a:xfrm>
            <a:off x="3409350" y="370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カラム</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 カラム × 18.5 mm</a:t>
            </a:r>
          </a:p>
        </p:txBody>
      </p:sp>
      <p:sp>
        <p:nvSpPr>
          <p:cNvPr id="520" name="凡例罫ガター"/>
          <p:cNvSpPr/>
          <p:nvPr/>
        </p:nvSpPr>
        <p:spPr>
          <a:xfrm>
            <a:off x="3409350" y="4170000"/>
            <a:ext cx="2533650" cy="5400"/>
          </a:xfrm>
          <a:prstGeom prst="rect">
            <a:avLst/>
          </a:prstGeom>
          <a:solidFill>
            <a:srgbClr val="99B0EC"/>
          </a:solidFill>
          <a:ln>
            <a:noFill/>
          </a:ln>
        </p:spPr>
        <p:txBody>
          <a:bodyPr/>
          <a:lstStyle/>
          <a:p/>
        </p:txBody>
      </p:sp>
      <p:sp>
        <p:nvSpPr>
          <p:cNvPr id="521" name="凡例ガター"/>
          <p:cNvSpPr txBox="1"/>
          <p:nvPr/>
        </p:nvSpPr>
        <p:spPr>
          <a:xfrm>
            <a:off x="3409350" y="424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ガター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7.4 mm（本文の2倍）</a:t>
            </a:r>
          </a:p>
        </p:txBody>
      </p:sp>
      <p:sp>
        <p:nvSpPr>
          <p:cNvPr id="522" name="凡例罫ヘッダー領域"/>
          <p:cNvSpPr/>
          <p:nvPr/>
        </p:nvSpPr>
        <p:spPr>
          <a:xfrm>
            <a:off x="3409350" y="4710000"/>
            <a:ext cx="2533650" cy="5400"/>
          </a:xfrm>
          <a:prstGeom prst="rect">
            <a:avLst/>
          </a:prstGeom>
          <a:solidFill>
            <a:srgbClr val="99B0EC"/>
          </a:solidFill>
          <a:ln>
            <a:noFill/>
          </a:ln>
        </p:spPr>
        <p:txBody>
          <a:bodyPr/>
          <a:lstStyle/>
          <a:p/>
        </p:txBody>
      </p:sp>
      <p:sp>
        <p:nvSpPr>
          <p:cNvPr id="523" name="凡例ヘッダー領域"/>
          <p:cNvSpPr txBox="1"/>
          <p:nvPr/>
        </p:nvSpPr>
        <p:spPr>
          <a:xfrm>
            <a:off x="3409350" y="478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ヘッダー領域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14.8 〜 42.8 mm</a:t>
            </a:r>
          </a:p>
        </p:txBody>
      </p:sp>
      <p:sp>
        <p:nvSpPr>
          <p:cNvPr id="524" name="凡例罫フッター領域"/>
          <p:cNvSpPr/>
          <p:nvPr/>
        </p:nvSpPr>
        <p:spPr>
          <a:xfrm>
            <a:off x="3409350" y="5250000"/>
            <a:ext cx="2533650" cy="5400"/>
          </a:xfrm>
          <a:prstGeom prst="rect">
            <a:avLst/>
          </a:prstGeom>
          <a:solidFill>
            <a:srgbClr val="99B0EC"/>
          </a:solidFill>
          <a:ln>
            <a:noFill/>
          </a:ln>
        </p:spPr>
        <p:txBody>
          <a:bodyPr/>
          <a:lstStyle/>
          <a:p/>
        </p:txBody>
      </p:sp>
      <p:sp>
        <p:nvSpPr>
          <p:cNvPr id="525" name="凡例フッター領域"/>
          <p:cNvSpPr txBox="1"/>
          <p:nvPr/>
        </p:nvSpPr>
        <p:spPr>
          <a:xfrm>
            <a:off x="3409350" y="532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フッター領域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234.6 〜 242.2 mm</a:t>
            </a:r>
          </a:p>
        </p:txBody>
      </p:sp>
      <p:sp>
        <p:nvSpPr>
          <p:cNvPr id="526" name="図解説"/>
          <p:cNvSpPr txBox="1"/>
          <p:nvPr/>
        </p:nvSpPr>
        <p:spPr>
          <a:xfrm>
            <a:off x="609000" y="5839737"/>
            <a:ext cx="2533650" cy="180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使い方</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図・表・カードはカラムの左端と右端にそろえます。カラムをまたぐ場合はガター分を含めた幅（2カラム＝44.5mm、3カラム＝70.4mm、6カラム＝148.2mm）を使います。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2カラムの使い分け</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向いている内容</a:t>
            </a:r>
          </a:p>
        </p:txBody>
      </p:sp>
      <p:sp>
        <p:nvSpPr>
          <p:cNvPr id="6" name="Text Placeholder 5"/>
          <p:cNvSpPr>
            <a:spLocks noGrp="1"/>
          </p:cNvSpPr>
          <p:nvPr>
            <p:ph type="body" idx="2"/>
          </p:nvPr>
        </p:nvSpPr>
        <p:spPr/>
        <p:txBody>
          <a:body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対になる情報（現状と課題、施策と効果など）を並べて比較する場合に使用します。</a:t>
            </a:r>
          </a:p>
          <a:p>
            <a:pPr marL="0" indent="0" algn="l">
              <a:lnSpc>
                <a:spcPts val="1785"/>
              </a:lnSpc>
              <a:spcBef>
                <a:spcPts val="8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片側 70.4mm（3カラム分）。1行あたりの文字数は本文10.5ptで約19文字となり、視線の折り返しが短く読み進めやすい行長です。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左右の高さを揃える</a:t>
            </a:r>
          </a:p>
          <a:p>
            <a:pPr marL="162000" indent="-162000" algn="l">
              <a:lnSpc>
                <a:spcPts val="1785"/>
              </a:lnSpc>
              <a:spcBef>
                <a:spcPts val="5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上端を必ず揃え、下端は無理に揃えません。</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片側が極端に短い場合は1カラムに切り替えます。</a:t>
            </a:r>
          </a:p>
        </p:txBody>
      </p:sp>
      <p:sp>
        <p:nvSpPr>
          <p:cNvPr id="7" name="Text Placeholder 6"/>
          <p:cNvSpPr>
            <a:spLocks noGrp="1"/>
          </p:cNvSpPr>
          <p:nvPr>
            <p:ph type="body" idx="3"/>
          </p:nvPr>
        </p:nvSpPr>
        <p:spPr/>
        <p:txBody>
          <a:body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向いていない内容</a:t>
            </a:r>
          </a:p>
        </p:txBody>
      </p:sp>
      <p:sp>
        <p:nvSpPr>
          <p:cNvPr id="8" name="Text Placeholder 7"/>
          <p:cNvSpPr>
            <a:spLocks noGrp="1"/>
          </p:cNvSpPr>
          <p:nvPr>
            <p:ph type="body" idx="4"/>
          </p:nvPr>
        </p:nvSpPr>
        <p:spPr/>
        <p:txBody>
          <a:body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手順や時系列など、順序に意味がある内容は2カラムに分けません。視線が左右に往復し、読み順が壊れるためです。</a:t>
            </a:r>
          </a:p>
          <a:p>
            <a:pPr marL="0" indent="0" algn="l">
              <a:lnSpc>
                <a:spcPts val="1785"/>
              </a:lnSpc>
              <a:spcBef>
                <a:spcPts val="8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読み上げ順序と表示順序を一致させることは、デジタル庁デザインシステムがレイアウトのアクセシビリティ要件として挙げている事項です。</a:t>
            </a:r>
          </a:p>
          <a:p>
            <a:pPr marL="0" indent="0" algn="l">
              <a:lnSpc>
                <a:spcPts val="1785"/>
              </a:lnSpc>
              <a:spcBef>
                <a:spcPts val="8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長い表や横長のグラフも、2カラムではなく「図表（フル幅）」レイアウトを使用します。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01 本テンプレートの目的</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サマリー数値の見せ方</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100" name="カード0"/>
          <p:cNvSpPr/>
          <p:nvPr/>
        </p:nvSpPr>
        <p:spPr>
          <a:xfrm>
            <a:off x="609000" y="1542000"/>
            <a:ext cx="2533650" cy="1224000"/>
          </a:xfrm>
          <a:prstGeom prst="rect">
            <a:avLst/>
          </a:prstGeom>
          <a:solidFill>
            <a:srgbClr val="F7F8FB"/>
          </a:solidFill>
          <a:ln>
            <a:noFill/>
          </a:ln>
        </p:spPr>
        <p:txBody>
          <a:bodyPr/>
          <a:lstStyle/>
          <a:p/>
        </p:txBody>
      </p:sp>
      <p:sp>
        <p:nvSpPr>
          <p:cNvPr id="101" name="カード罫0"/>
          <p:cNvSpPr/>
          <p:nvPr/>
        </p:nvSpPr>
        <p:spPr>
          <a:xfrm>
            <a:off x="609000" y="1542000"/>
            <a:ext cx="43200" cy="1224000"/>
          </a:xfrm>
          <a:prstGeom prst="rect">
            <a:avLst/>
          </a:prstGeom>
          <a:solidFill>
            <a:srgbClr val="0C21BA"/>
          </a:solidFill>
          <a:ln>
            <a:noFill/>
          </a:ln>
        </p:spPr>
        <p:txBody>
          <a:bodyPr/>
          <a:lstStyle/>
          <a:p/>
        </p:txBody>
      </p:sp>
      <p:sp>
        <p:nvSpPr>
          <p:cNvPr id="102" name="カード文言0"/>
          <p:cNvSpPr txBox="1"/>
          <p:nvPr/>
        </p:nvSpPr>
        <p:spPr>
          <a:xfrm>
            <a:off x="837600" y="17706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登録利用者数</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128,450 人</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+3.2%</a:t>
            </a:r>
          </a:p>
        </p:txBody>
      </p:sp>
      <p:sp>
        <p:nvSpPr>
          <p:cNvPr id="103" name="カード1"/>
          <p:cNvSpPr/>
          <p:nvPr/>
        </p:nvSpPr>
        <p:spPr>
          <a:xfrm>
            <a:off x="3409350" y="1542000"/>
            <a:ext cx="2533650" cy="1224000"/>
          </a:xfrm>
          <a:prstGeom prst="rect">
            <a:avLst/>
          </a:prstGeom>
          <a:solidFill>
            <a:srgbClr val="F7F8FB"/>
          </a:solidFill>
          <a:ln>
            <a:noFill/>
          </a:ln>
        </p:spPr>
        <p:txBody>
          <a:bodyPr/>
          <a:lstStyle/>
          <a:p/>
        </p:txBody>
      </p:sp>
      <p:sp>
        <p:nvSpPr>
          <p:cNvPr id="104" name="カード罫1"/>
          <p:cNvSpPr/>
          <p:nvPr/>
        </p:nvSpPr>
        <p:spPr>
          <a:xfrm>
            <a:off x="3409350" y="1542000"/>
            <a:ext cx="43200" cy="1224000"/>
          </a:xfrm>
          <a:prstGeom prst="rect">
            <a:avLst/>
          </a:prstGeom>
          <a:solidFill>
            <a:srgbClr val="0C21BA"/>
          </a:solidFill>
          <a:ln>
            <a:noFill/>
          </a:ln>
        </p:spPr>
        <p:txBody>
          <a:bodyPr/>
          <a:lstStyle/>
          <a:p/>
        </p:txBody>
      </p:sp>
      <p:sp>
        <p:nvSpPr>
          <p:cNvPr id="105" name="カード文言1"/>
          <p:cNvSpPr txBox="1"/>
          <p:nvPr/>
        </p:nvSpPr>
        <p:spPr>
          <a:xfrm>
            <a:off x="3637950" y="17706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平均処理日数</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4.2 日</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-0.8日</a:t>
            </a:r>
          </a:p>
        </p:txBody>
      </p:sp>
      <p:sp>
        <p:nvSpPr>
          <p:cNvPr id="106" name="カード2"/>
          <p:cNvSpPr/>
          <p:nvPr/>
        </p:nvSpPr>
        <p:spPr>
          <a:xfrm>
            <a:off x="609000" y="3070800"/>
            <a:ext cx="2533650" cy="1224000"/>
          </a:xfrm>
          <a:prstGeom prst="rect">
            <a:avLst/>
          </a:prstGeom>
          <a:solidFill>
            <a:srgbClr val="F7F8FB"/>
          </a:solidFill>
          <a:ln>
            <a:noFill/>
          </a:ln>
        </p:spPr>
        <p:txBody>
          <a:bodyPr/>
          <a:lstStyle/>
          <a:p/>
        </p:txBody>
      </p:sp>
      <p:sp>
        <p:nvSpPr>
          <p:cNvPr id="107" name="カード罫2"/>
          <p:cNvSpPr/>
          <p:nvPr/>
        </p:nvSpPr>
        <p:spPr>
          <a:xfrm>
            <a:off x="609000" y="3070800"/>
            <a:ext cx="43200" cy="1224000"/>
          </a:xfrm>
          <a:prstGeom prst="rect">
            <a:avLst/>
          </a:prstGeom>
          <a:solidFill>
            <a:srgbClr val="0C21BA"/>
          </a:solidFill>
          <a:ln>
            <a:noFill/>
          </a:ln>
        </p:spPr>
        <p:txBody>
          <a:bodyPr/>
          <a:lstStyle/>
          <a:p/>
        </p:txBody>
      </p:sp>
      <p:sp>
        <p:nvSpPr>
          <p:cNvPr id="108" name="カード文言2"/>
          <p:cNvSpPr txBox="1"/>
          <p:nvPr/>
        </p:nvSpPr>
        <p:spPr>
          <a:xfrm>
            <a:off x="837600" y="32994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オンライン申請率</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76.4 %</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+1.5pt</a:t>
            </a:r>
          </a:p>
        </p:txBody>
      </p:sp>
      <p:sp>
        <p:nvSpPr>
          <p:cNvPr id="109" name="カード3"/>
          <p:cNvSpPr/>
          <p:nvPr/>
        </p:nvSpPr>
        <p:spPr>
          <a:xfrm>
            <a:off x="3409350" y="3070800"/>
            <a:ext cx="2533650" cy="1224000"/>
          </a:xfrm>
          <a:prstGeom prst="rect">
            <a:avLst/>
          </a:prstGeom>
          <a:solidFill>
            <a:srgbClr val="F7F8FB"/>
          </a:solidFill>
          <a:ln>
            <a:noFill/>
          </a:ln>
        </p:spPr>
        <p:txBody>
          <a:bodyPr/>
          <a:lstStyle/>
          <a:p/>
        </p:txBody>
      </p:sp>
      <p:sp>
        <p:nvSpPr>
          <p:cNvPr id="110" name="カード罫3"/>
          <p:cNvSpPr/>
          <p:nvPr/>
        </p:nvSpPr>
        <p:spPr>
          <a:xfrm>
            <a:off x="3409350" y="3070800"/>
            <a:ext cx="43200" cy="1224000"/>
          </a:xfrm>
          <a:prstGeom prst="rect">
            <a:avLst/>
          </a:prstGeom>
          <a:solidFill>
            <a:srgbClr val="0C21BA"/>
          </a:solidFill>
          <a:ln>
            <a:noFill/>
          </a:ln>
        </p:spPr>
        <p:txBody>
          <a:bodyPr/>
          <a:lstStyle/>
          <a:p/>
        </p:txBody>
      </p:sp>
      <p:sp>
        <p:nvSpPr>
          <p:cNvPr id="111" name="カード文言3"/>
          <p:cNvSpPr txBox="1"/>
          <p:nvPr/>
        </p:nvSpPr>
        <p:spPr>
          <a:xfrm>
            <a:off x="3637950" y="32994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問い合わせ件数</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1,032 件</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-12.4%</a:t>
            </a:r>
          </a:p>
        </p:txBody>
      </p:sp>
      <p:sp>
        <p:nvSpPr>
          <p:cNvPr id="112" name="解説"/>
          <p:cNvSpPr txBox="1"/>
          <p:nvPr/>
        </p:nvSpPr>
        <p:spPr>
          <a:xfrm>
            <a:off x="609000" y="4599600"/>
            <a:ext cx="5334000" cy="216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カードの設計</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ラベル（10.5pt）→ 数値（21pt）→ 補足（10.5pt）の3階層で、視線が数値に止まるようにしています。カードの内側パディングは余白スケールの 6.4mm、カード間のガターは 7.4mm です。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色だけで増減を示さない</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増減は「+3.2%」「-0.8日」のように符号と単位を文字で明記します。色の違いだけに意味を持たせると、色覚特性によって情報が伝わりません。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グラフの配置</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図1　月次推移（サンプル）</a:t>
            </a:r>
          </a:p>
        </p:txBody>
      </p:sp>
      <p:sp>
        <p:nvSpPr>
          <p:cNvPr id="6" name="Text Placeholder 5"/>
          <p:cNvSpPr>
            <a:spLocks noGrp="1"/>
          </p:cNvSpPr>
          <p:nvPr>
            <p:ph type="body" idx="2"/>
          </p:nvPr>
        </p:nvSpPr>
        <p:spPr/>
        <p:txBody>
          <a:body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ここにグラフ・表・画像を配置します（版面幅 148.2mm）</a:t>
            </a:r>
          </a:p>
        </p:txBody>
      </p:sp>
      <p:sp>
        <p:nvSpPr>
          <p:cNvPr id="7" name="Text Placeholder 6"/>
          <p:cNvSpPr>
            <a:spLocks noGrp="1"/>
          </p:cNvSpPr>
          <p:nvPr>
            <p:ph type="body" idx="3"/>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出典：〇〇調査（YYYY年MM月実施）。n=1,000。四捨五入のため合計が100%にならない場合があります。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表の体裁</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graphicFrame>
        <p:nvGraphicFramePr>
          <p:cNvPr id="91" name="Table 90"/>
          <p:cNvGraphicFramePr>
            <a:graphicFrameLocks noGrp="1"/>
          </p:cNvGraphicFramePr>
          <p:nvPr/>
        </p:nvGraphicFramePr>
        <p:xfrm>
          <a:off x="609000" y="1542000"/>
          <a:ext cx="5334000" cy="1872000"/>
        </p:xfrm>
        <a:graphic>
          <a:graphicData uri="http://schemas.openxmlformats.org/drawingml/2006/table">
            <a:tbl>
              <a:tblPr firstRow="0" bandRow="0"/>
              <a:tblGrid>
                <a:gridCol w="2266950"/>
                <a:gridCol w="1022350"/>
                <a:gridCol w="1022350"/>
                <a:gridCol w="1022350"/>
              </a:tblGrid>
              <a:tr h="432000">
                <a:tc>
                  <a:txBody>
                    <a:bodyPr/>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項目</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前年度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本年度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増減</a:t>
                      </a:r>
                    </a:p>
                  </a:txBody>
                  <a:tcPr marL="72000" marR="72000" marT="54000" marB="54000" anchor="ctr">
                    <a:lnT w="18000" cap="flat">
                      <a:solidFill>
                        <a:srgbClr val="0C21BA"/>
                      </a:solidFill>
                    </a:lnT>
                    <a:lnB w="7200" cap="flat">
                      <a:solidFill>
                        <a:srgbClr val="626264"/>
                      </a:solidFill>
                    </a:lnB>
                    <a:solidFill>
                      <a:srgbClr val="F7F8FB"/>
                    </a:solid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オンライン申請件数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82,140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104,880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+27.7%</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窓口来訪件数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41,320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33,015</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-20.1%</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平均処理日数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5.8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4.2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-1.6 日</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利用者満足度</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68.2 %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74.9 %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+6.7 pt</a:t>
                      </a:r>
                    </a:p>
                  </a:txBody>
                  <a:tcPr marL="72000" marR="72000" marT="54000" marB="54000" anchor="ctr">
                    <a:lnB w="7200" cap="flat">
                      <a:solidFill>
                        <a:srgbClr val="626264"/>
                      </a:solidFill>
                    </a:lnB>
                    <a:noFill/>
                  </a:tcPr>
                </a:tc>
              </a:tr>
            </a:tbl>
          </a:graphicData>
        </a:graphic>
      </p:graphicFrame>
      <p:sp>
        <p:nvSpPr>
          <p:cNvPr id="200" name="表解説"/>
          <p:cNvSpPr txBox="1"/>
          <p:nvPr/>
        </p:nvSpPr>
        <p:spPr>
          <a:xfrm>
            <a:off x="609000" y="3718800"/>
            <a:ext cx="5334000" cy="2520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表1　主要指標の前年度比較</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罫線と塗りの使い分け</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縦罫は引かず、行の区切りだけを 0.2mm の横罫で示します。罫線はデジタル庁デザインシステムの非テキスト要素の規定に従い、背景とのコントラスト比 3:1 以上を確保した色を使用しています。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数値は右揃え、桁を揃える</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数値列は右揃えにして桁位置を合わせます。単位はヘッダーまたは各セルに明記し、単位のない裸の数値を並べません。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書体とサイズ</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300" name="書体説明"/>
          <p:cNvSpPr txBox="1"/>
          <p:nvPr/>
        </p:nvSpPr>
        <p:spPr>
          <a:xfrm>
            <a:off x="609000" y="1542000"/>
            <a:ext cx="5334000" cy="576000"/>
          </a:xfrm>
          <a:prstGeom prst="rect">
            <a:avLst/>
          </a:prstGeom>
          <a:noFill/>
        </p:spPr>
        <p:txBody>
          <a:bodyPr wrap="square" lIns="0" tIns="0" rIns="0" bIns="0" anchor="t" anchorCtr="0"/>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書体は和文に BIZ UDPGothic、欧文に Arial を使用します（いずれもPCに標準搭載され、WindowsとMacで書体名が一致します）。サイズはデジタル庁デザインシステムのテキストスタイル（CSS px）を 0.75 倍して pt に換算した値です。</a:t>
            </a:r>
          </a:p>
        </p:txBody>
      </p:sp>
      <p:sp>
        <p:nvSpPr>
          <p:cNvPr id="301" name="用途cover_title"/>
          <p:cNvSpPr txBox="1"/>
          <p:nvPr/>
        </p:nvSpPr>
        <p:spPr>
          <a:xfrm>
            <a:off x="609000" y="2109000"/>
            <a:ext cx="976650" cy="62406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資料タイトル</a:t>
            </a:r>
          </a:p>
        </p:txBody>
      </p:sp>
      <p:sp>
        <p:nvSpPr>
          <p:cNvPr id="302" name="見本cover_title"/>
          <p:cNvSpPr txBox="1"/>
          <p:nvPr/>
        </p:nvSpPr>
        <p:spPr>
          <a:xfrm>
            <a:off x="1729650" y="2109000"/>
            <a:ext cx="2692350" cy="624060"/>
          </a:xfrm>
          <a:prstGeom prst="rect">
            <a:avLst/>
          </a:prstGeom>
          <a:noFill/>
        </p:spPr>
        <p:txBody>
          <a:bodyPr wrap="square" lIns="0" tIns="0" rIns="0" bIns="0" anchor="ctr" anchorCtr="0"/>
          <a:lstStyle/>
          <a:p>
            <a:pPr marL="0" indent="0" algn="l">
              <a:lnSpc>
                <a:spcPts val="3780"/>
              </a:lnSpc>
              <a:spcBef>
                <a:spcPts val="0"/>
              </a:spcBef>
              <a:buNone/>
              <a:defRPr sz="2700" b="1" i="0" spc="27" kern="1200" dirty="0">
                <a:solidFill>
                  <a:srgbClr val="000000"/>
                </a:solidFill>
                <a:latin typeface="+mn-lt"/>
                <a:ea typeface="+mn-ea"/>
                <a:cs typeface="+mn-cs"/>
              </a:defRPr>
            </a:pPr>
            <a:r>
              <a:rPr lang="ja-JP" altLang="en-US" sz="2700" b="1" i="0" spc="27" kern="1200" dirty="0">
                <a:solidFill>
                  <a:srgbClr val="000000"/>
                </a:solidFill>
                <a:latin typeface="+mn-lt"/>
                <a:ea typeface="+mn-ea"/>
                <a:cs typeface="+mn-cs"/>
              </a:rPr>
              <a:t>見本 Abc</a:t>
            </a:r>
          </a:p>
        </p:txBody>
      </p:sp>
      <p:sp>
        <p:nvSpPr>
          <p:cNvPr id="303" name="仕様cover_title"/>
          <p:cNvSpPr txBox="1"/>
          <p:nvPr/>
        </p:nvSpPr>
        <p:spPr>
          <a:xfrm>
            <a:off x="4494000" y="2109000"/>
            <a:ext cx="1449000" cy="62406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Std-36B-140／27pt</a:t>
            </a:r>
          </a:p>
        </p:txBody>
      </p:sp>
      <p:sp>
        <p:nvSpPr>
          <p:cNvPr id="304" name="区切cover_title"/>
          <p:cNvSpPr/>
          <p:nvPr/>
        </p:nvSpPr>
        <p:spPr>
          <a:xfrm>
            <a:off x="609000" y="2752110"/>
            <a:ext cx="5334000" cy="5400"/>
          </a:xfrm>
          <a:prstGeom prst="rect">
            <a:avLst/>
          </a:prstGeom>
          <a:solidFill>
            <a:srgbClr val="99B0EC"/>
          </a:solidFill>
          <a:ln>
            <a:noFill/>
          </a:ln>
        </p:spPr>
        <p:txBody>
          <a:bodyPr/>
          <a:lstStyle/>
          <a:p/>
        </p:txBody>
      </p:sp>
      <p:sp>
        <p:nvSpPr>
          <p:cNvPr id="305" name="用途section_ttl"/>
          <p:cNvSpPr txBox="1"/>
          <p:nvPr/>
        </p:nvSpPr>
        <p:spPr>
          <a:xfrm>
            <a:off x="609000" y="2771160"/>
            <a:ext cx="976650" cy="5440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章タイトル</a:t>
            </a:r>
          </a:p>
        </p:txBody>
      </p:sp>
      <p:sp>
        <p:nvSpPr>
          <p:cNvPr id="306" name="見本section_ttl"/>
          <p:cNvSpPr txBox="1"/>
          <p:nvPr/>
        </p:nvSpPr>
        <p:spPr>
          <a:xfrm>
            <a:off x="1729650" y="2771160"/>
            <a:ext cx="2692350" cy="544050"/>
          </a:xfrm>
          <a:prstGeom prst="rect">
            <a:avLst/>
          </a:prstGeom>
          <a:noFill/>
        </p:spPr>
        <p:txBody>
          <a:bodyPr wrap="square" lIns="0" tIns="0" rIns="0" bIns="0" anchor="ctr" anchorCtr="0"/>
          <a:lstStyle/>
          <a:p>
            <a:pPr marL="0" indent="0" algn="l">
              <a:lnSpc>
                <a:spcPts val="3150"/>
              </a:lnSpc>
              <a:spcBef>
                <a:spcPts val="0"/>
              </a:spcBef>
              <a:buNone/>
              <a:defRPr sz="2100" b="1" i="0" spc="21" kern="1200" dirty="0">
                <a:solidFill>
                  <a:srgbClr val="000000"/>
                </a:solidFill>
                <a:latin typeface="+mn-lt"/>
                <a:ea typeface="+mn-ea"/>
                <a:cs typeface="+mn-cs"/>
              </a:defRPr>
            </a:pPr>
            <a:r>
              <a:rPr lang="ja-JP" altLang="en-US" sz="2100" b="1" i="0" spc="21" kern="1200" dirty="0">
                <a:solidFill>
                  <a:srgbClr val="000000"/>
                </a:solidFill>
                <a:latin typeface="+mn-lt"/>
                <a:ea typeface="+mn-ea"/>
                <a:cs typeface="+mn-cs"/>
              </a:rPr>
              <a:t>見本 Sample</a:t>
            </a:r>
          </a:p>
        </p:txBody>
      </p:sp>
      <p:sp>
        <p:nvSpPr>
          <p:cNvPr id="307" name="仕様section_ttl"/>
          <p:cNvSpPr txBox="1"/>
          <p:nvPr/>
        </p:nvSpPr>
        <p:spPr>
          <a:xfrm>
            <a:off x="4494000" y="2771160"/>
            <a:ext cx="1449000" cy="5440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Std-28B-150／21pt</a:t>
            </a:r>
          </a:p>
        </p:txBody>
      </p:sp>
      <p:sp>
        <p:nvSpPr>
          <p:cNvPr id="308" name="区切section_ttl"/>
          <p:cNvSpPr/>
          <p:nvPr/>
        </p:nvSpPr>
        <p:spPr>
          <a:xfrm>
            <a:off x="609000" y="3334260"/>
            <a:ext cx="5334000" cy="5400"/>
          </a:xfrm>
          <a:prstGeom prst="rect">
            <a:avLst/>
          </a:prstGeom>
          <a:solidFill>
            <a:srgbClr val="99B0EC"/>
          </a:solidFill>
          <a:ln>
            <a:noFill/>
          </a:ln>
        </p:spPr>
        <p:txBody>
          <a:bodyPr/>
          <a:lstStyle/>
          <a:p/>
        </p:txBody>
      </p:sp>
      <p:sp>
        <p:nvSpPr>
          <p:cNvPr id="309" name="用途page_title"/>
          <p:cNvSpPr txBox="1"/>
          <p:nvPr/>
        </p:nvSpPr>
        <p:spPr>
          <a:xfrm>
            <a:off x="609000" y="3353310"/>
            <a:ext cx="976650" cy="4297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ページタイトル</a:t>
            </a:r>
          </a:p>
        </p:txBody>
      </p:sp>
      <p:sp>
        <p:nvSpPr>
          <p:cNvPr id="310" name="見本page_title"/>
          <p:cNvSpPr txBox="1"/>
          <p:nvPr/>
        </p:nvSpPr>
        <p:spPr>
          <a:xfrm>
            <a:off x="1729650" y="3353310"/>
            <a:ext cx="2692350" cy="429750"/>
          </a:xfrm>
          <a:prstGeom prst="rect">
            <a:avLst/>
          </a:prstGeom>
          <a:noFill/>
        </p:spPr>
        <p:txBody>
          <a:bodyPr wrap="square" lIns="0" tIns="0" rIns="0" bIns="0" anchor="ctr"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見本 Sample</a:t>
            </a:r>
          </a:p>
        </p:txBody>
      </p:sp>
      <p:sp>
        <p:nvSpPr>
          <p:cNvPr id="311" name="仕様page_title"/>
          <p:cNvSpPr txBox="1"/>
          <p:nvPr/>
        </p:nvSpPr>
        <p:spPr>
          <a:xfrm>
            <a:off x="4494000" y="3353310"/>
            <a:ext cx="1449000" cy="4297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Std-20B-150／15pt</a:t>
            </a:r>
          </a:p>
        </p:txBody>
      </p:sp>
      <p:sp>
        <p:nvSpPr>
          <p:cNvPr id="312" name="区切page_title"/>
          <p:cNvSpPr/>
          <p:nvPr/>
        </p:nvSpPr>
        <p:spPr>
          <a:xfrm>
            <a:off x="609000" y="3802110"/>
            <a:ext cx="5334000" cy="5400"/>
          </a:xfrm>
          <a:prstGeom prst="rect">
            <a:avLst/>
          </a:prstGeom>
          <a:solidFill>
            <a:srgbClr val="99B0EC"/>
          </a:solidFill>
          <a:ln>
            <a:noFill/>
          </a:ln>
        </p:spPr>
        <p:txBody>
          <a:bodyPr/>
          <a:lstStyle/>
          <a:p/>
        </p:txBody>
      </p:sp>
      <p:sp>
        <p:nvSpPr>
          <p:cNvPr id="313" name="用途h2"/>
          <p:cNvSpPr txBox="1"/>
          <p:nvPr/>
        </p:nvSpPr>
        <p:spPr>
          <a:xfrm>
            <a:off x="609000" y="3821160"/>
            <a:ext cx="976650" cy="41832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見出し2</a:t>
            </a:r>
          </a:p>
        </p:txBody>
      </p:sp>
      <p:sp>
        <p:nvSpPr>
          <p:cNvPr id="314" name="見本h2"/>
          <p:cNvSpPr txBox="1"/>
          <p:nvPr/>
        </p:nvSpPr>
        <p:spPr>
          <a:xfrm>
            <a:off x="1729650" y="3821160"/>
            <a:ext cx="2692350" cy="418320"/>
          </a:xfrm>
          <a:prstGeom prst="rect">
            <a:avLst/>
          </a:prstGeom>
          <a:noFill/>
        </p:spPr>
        <p:txBody>
          <a:bodyPr wrap="square" lIns="0" tIns="0" rIns="0" bIns="0" anchor="ctr" anchorCtr="0"/>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見本 Sample</a:t>
            </a:r>
          </a:p>
        </p:txBody>
      </p:sp>
      <p:sp>
        <p:nvSpPr>
          <p:cNvPr id="315" name="仕様h2"/>
          <p:cNvSpPr txBox="1"/>
          <p:nvPr/>
        </p:nvSpPr>
        <p:spPr>
          <a:xfrm>
            <a:off x="4494000" y="3821160"/>
            <a:ext cx="1449000" cy="41832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Std-18B-160／13.5pt</a:t>
            </a:r>
          </a:p>
        </p:txBody>
      </p:sp>
      <p:sp>
        <p:nvSpPr>
          <p:cNvPr id="316" name="区切h2"/>
          <p:cNvSpPr/>
          <p:nvPr/>
        </p:nvSpPr>
        <p:spPr>
          <a:xfrm>
            <a:off x="609000" y="4258530"/>
            <a:ext cx="5334000" cy="5400"/>
          </a:xfrm>
          <a:prstGeom prst="rect">
            <a:avLst/>
          </a:prstGeom>
          <a:solidFill>
            <a:srgbClr val="99B0EC"/>
          </a:solidFill>
          <a:ln>
            <a:noFill/>
          </a:ln>
        </p:spPr>
        <p:txBody>
          <a:bodyPr/>
          <a:lstStyle/>
          <a:p/>
        </p:txBody>
      </p:sp>
      <p:sp>
        <p:nvSpPr>
          <p:cNvPr id="317" name="用途h3"/>
          <p:cNvSpPr txBox="1"/>
          <p:nvPr/>
        </p:nvSpPr>
        <p:spPr>
          <a:xfrm>
            <a:off x="609000" y="4277580"/>
            <a:ext cx="97665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見出し3</a:t>
            </a:r>
          </a:p>
        </p:txBody>
      </p:sp>
      <p:sp>
        <p:nvSpPr>
          <p:cNvPr id="318" name="見本h3"/>
          <p:cNvSpPr txBox="1"/>
          <p:nvPr/>
        </p:nvSpPr>
        <p:spPr>
          <a:xfrm>
            <a:off x="1729650" y="4277580"/>
            <a:ext cx="2692350" cy="403080"/>
          </a:xfrm>
          <a:prstGeom prst="rect">
            <a:avLst/>
          </a:prstGeom>
          <a:noFill/>
        </p:spPr>
        <p:txBody>
          <a:bodyPr wrap="square" lIns="0" tIns="0" rIns="0" bIns="0" anchor="ctr"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見本 Sample 0123</a:t>
            </a:r>
          </a:p>
        </p:txBody>
      </p:sp>
      <p:sp>
        <p:nvSpPr>
          <p:cNvPr id="319" name="仕様h3"/>
          <p:cNvSpPr txBox="1"/>
          <p:nvPr/>
        </p:nvSpPr>
        <p:spPr>
          <a:xfrm>
            <a:off x="4494000" y="4277580"/>
            <a:ext cx="14490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Std-16B-170／12pt</a:t>
            </a:r>
          </a:p>
        </p:txBody>
      </p:sp>
      <p:sp>
        <p:nvSpPr>
          <p:cNvPr id="320" name="区切h3"/>
          <p:cNvSpPr/>
          <p:nvPr/>
        </p:nvSpPr>
        <p:spPr>
          <a:xfrm>
            <a:off x="609000" y="4699710"/>
            <a:ext cx="5334000" cy="5400"/>
          </a:xfrm>
          <a:prstGeom prst="rect">
            <a:avLst/>
          </a:prstGeom>
          <a:solidFill>
            <a:srgbClr val="99B0EC"/>
          </a:solidFill>
          <a:ln>
            <a:noFill/>
          </a:ln>
        </p:spPr>
        <p:txBody>
          <a:bodyPr/>
          <a:lstStyle/>
          <a:p/>
        </p:txBody>
      </p:sp>
      <p:sp>
        <p:nvSpPr>
          <p:cNvPr id="321" name="用途body"/>
          <p:cNvSpPr txBox="1"/>
          <p:nvPr/>
        </p:nvSpPr>
        <p:spPr>
          <a:xfrm>
            <a:off x="609000" y="4718760"/>
            <a:ext cx="976650" cy="37069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本文</a:t>
            </a:r>
          </a:p>
        </p:txBody>
      </p:sp>
      <p:sp>
        <p:nvSpPr>
          <p:cNvPr id="322" name="見本body"/>
          <p:cNvSpPr txBox="1"/>
          <p:nvPr/>
        </p:nvSpPr>
        <p:spPr>
          <a:xfrm>
            <a:off x="1729650" y="4718760"/>
            <a:ext cx="2692350" cy="370695"/>
          </a:xfrm>
          <a:prstGeom prst="rect">
            <a:avLst/>
          </a:prstGeom>
          <a:noFill/>
        </p:spPr>
        <p:txBody>
          <a:bodyPr wrap="square" lIns="0" tIns="0" rIns="0" bIns="0" anchor="ctr" anchorCtr="0"/>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見本 Sample 0123</a:t>
            </a:r>
          </a:p>
        </p:txBody>
      </p:sp>
      <p:sp>
        <p:nvSpPr>
          <p:cNvPr id="323" name="仕様body"/>
          <p:cNvSpPr txBox="1"/>
          <p:nvPr/>
        </p:nvSpPr>
        <p:spPr>
          <a:xfrm>
            <a:off x="4494000" y="4718760"/>
            <a:ext cx="1449000" cy="37069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Dns-14N-170※／10.5pt</a:t>
            </a:r>
          </a:p>
        </p:txBody>
      </p:sp>
      <p:sp>
        <p:nvSpPr>
          <p:cNvPr id="324" name="区切body"/>
          <p:cNvSpPr/>
          <p:nvPr/>
        </p:nvSpPr>
        <p:spPr>
          <a:xfrm>
            <a:off x="609000" y="5108505"/>
            <a:ext cx="5334000" cy="5400"/>
          </a:xfrm>
          <a:prstGeom prst="rect">
            <a:avLst/>
          </a:prstGeom>
          <a:solidFill>
            <a:srgbClr val="99B0EC"/>
          </a:solidFill>
          <a:ln>
            <a:noFill/>
          </a:ln>
        </p:spPr>
        <p:txBody>
          <a:bodyPr/>
          <a:lstStyle/>
          <a:p/>
        </p:txBody>
      </p:sp>
      <p:sp>
        <p:nvSpPr>
          <p:cNvPr id="325" name="用途dense"/>
          <p:cNvSpPr txBox="1"/>
          <p:nvPr/>
        </p:nvSpPr>
        <p:spPr>
          <a:xfrm>
            <a:off x="609000" y="5127555"/>
            <a:ext cx="9766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注記・表</a:t>
            </a:r>
          </a:p>
        </p:txBody>
      </p:sp>
      <p:sp>
        <p:nvSpPr>
          <p:cNvPr id="326" name="見本dense"/>
          <p:cNvSpPr txBox="1"/>
          <p:nvPr/>
        </p:nvSpPr>
        <p:spPr>
          <a:xfrm>
            <a:off x="1729650" y="5127555"/>
            <a:ext cx="26923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見本 Sample 0123</a:t>
            </a:r>
          </a:p>
        </p:txBody>
      </p:sp>
      <p:sp>
        <p:nvSpPr>
          <p:cNvPr id="327" name="仕様dense"/>
          <p:cNvSpPr txBox="1"/>
          <p:nvPr/>
        </p:nvSpPr>
        <p:spPr>
          <a:xfrm>
            <a:off x="4494000" y="5127555"/>
            <a:ext cx="1449000" cy="31735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Dns-14N-130／10.5pt</a:t>
            </a:r>
          </a:p>
        </p:txBody>
      </p:sp>
      <p:sp>
        <p:nvSpPr>
          <p:cNvPr id="328" name="区切dense"/>
          <p:cNvSpPr/>
          <p:nvPr/>
        </p:nvSpPr>
        <p:spPr>
          <a:xfrm>
            <a:off x="609000" y="5463960"/>
            <a:ext cx="5334000" cy="5400"/>
          </a:xfrm>
          <a:prstGeom prst="rect">
            <a:avLst/>
          </a:prstGeom>
          <a:solidFill>
            <a:srgbClr val="99B0EC"/>
          </a:solidFill>
          <a:ln>
            <a:noFill/>
          </a:ln>
        </p:spPr>
        <p:txBody>
          <a:bodyPr/>
          <a:lstStyle/>
          <a:p/>
        </p:txBody>
      </p:sp>
      <p:sp>
        <p:nvSpPr>
          <p:cNvPr id="329" name="トークン注記"/>
          <p:cNvSpPr txBox="1"/>
          <p:nvPr/>
        </p:nvSpPr>
        <p:spPr>
          <a:xfrm>
            <a:off x="609000" y="5483010"/>
            <a:ext cx="5334000" cy="324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はデジタル庁デザインシステムのテキストスタイル表に無い組み合わせです（読みやすさのため行間を広げています）。</a:t>
            </a:r>
          </a:p>
        </p:txBody>
      </p:sp>
      <p:sp>
        <p:nvSpPr>
          <p:cNvPr id="330" name="行間説明"/>
          <p:cNvSpPr txBox="1"/>
          <p:nvPr/>
        </p:nvSpPr>
        <p:spPr>
          <a:xfrm>
            <a:off x="609000" y="6035610"/>
            <a:ext cx="5334000" cy="2520000"/>
          </a:xfrm>
          <a:prstGeom prst="rect">
            <a:avLst/>
          </a:prstGeom>
          <a:noFill/>
        </p:spPr>
        <p:txBody>
          <a:bodyPr wrap="square" lIns="0" tIns="0" rIns="0" bIns="0" anchor="t" anchorCtr="0"/>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行間と字間</a:t>
            </a:r>
          </a:p>
          <a:p>
            <a:pPr marL="0" indent="0" algn="l">
              <a:lnSpc>
                <a:spcPts val="1785"/>
              </a:lnSpc>
              <a:spcBef>
                <a:spcPts val="6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行間は比率で固定しています（本文170%／見出し150〜160%／表・注記130%）。PowerPoint上は「固定値（pt）」指定のため、書体を替えても行位置がずれません。</a:t>
            </a:r>
          </a:p>
          <a:p>
            <a:pPr marL="0" indent="0" algn="l">
              <a:lnSpc>
                <a:spcPts val="1785"/>
              </a:lnSpc>
              <a:spcBef>
                <a:spcPts val="6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字間はデジタル庁デザインシステムの指定（0％・1％・2％）を pt に換算済みです。</a:t>
            </a:r>
          </a:p>
          <a:p>
            <a:pPr marL="162000" indent="-162000" algn="l">
              <a:lnSpc>
                <a:spcPts val="1785"/>
              </a:lnSpc>
              <a:spcBef>
                <a:spcPts val="8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DADSの14 CSS px 未満は使用しません。強調は Bold で行い、下線・斜体は使いません。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カラーと使用可否</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400" name="色説明"/>
          <p:cNvSpPr txBox="1"/>
          <p:nvPr/>
        </p:nvSpPr>
        <p:spPr>
          <a:xfrm>
            <a:off x="609000" y="1542000"/>
            <a:ext cx="5334000" cy="576000"/>
          </a:xfrm>
          <a:prstGeom prst="rect">
            <a:avLst/>
          </a:prstGeom>
          <a:noFill/>
        </p:spPr>
        <p:txBody>
          <a:bodyPr wrap="square" lIns="0" tIns="0" rIns="0" bIns="0" anchor="t" anchorCtr="0"/>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デジタル庁「ダッシュボードイメージ作成ツールキット」のテーマ配色を採用し、白背景に対するコントラスト比を実測して用途を決めています。</a:t>
            </a:r>
          </a:p>
        </p:txBody>
      </p:sp>
      <p:sp>
        <p:nvSpPr>
          <p:cNvPr id="401" name="色0"/>
          <p:cNvSpPr/>
          <p:nvPr/>
        </p:nvSpPr>
        <p:spPr>
          <a:xfrm>
            <a:off x="609000" y="2190000"/>
            <a:ext cx="2533650" cy="432000"/>
          </a:xfrm>
          <a:prstGeom prst="rect">
            <a:avLst/>
          </a:prstGeom>
          <a:solidFill>
            <a:srgbClr val="0C21BA"/>
          </a:solidFill>
          <a:ln>
            <a:noFill/>
          </a:ln>
        </p:spPr>
        <p:txBody>
          <a:bodyPr/>
          <a:lstStyle/>
          <a:p/>
        </p:txBody>
      </p:sp>
      <p:sp>
        <p:nvSpPr>
          <p:cNvPr id="402" name="色名0"/>
          <p:cNvSpPr txBox="1"/>
          <p:nvPr/>
        </p:nvSpPr>
        <p:spPr>
          <a:xfrm>
            <a:off x="609000" y="2676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プライマリー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#0C21BA　白背景 10.81:1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3" name="色1"/>
          <p:cNvSpPr/>
          <p:nvPr/>
        </p:nvSpPr>
        <p:spPr>
          <a:xfrm>
            <a:off x="3409350" y="2190000"/>
            <a:ext cx="2533650" cy="432000"/>
          </a:xfrm>
          <a:prstGeom prst="rect">
            <a:avLst/>
          </a:prstGeom>
          <a:solidFill>
            <a:srgbClr val="2E4EE7"/>
          </a:solidFill>
          <a:ln>
            <a:noFill/>
          </a:ln>
        </p:spPr>
        <p:txBody>
          <a:bodyPr/>
          <a:lstStyle/>
          <a:p/>
        </p:txBody>
      </p:sp>
      <p:sp>
        <p:nvSpPr>
          <p:cNvPr id="404" name="色名1"/>
          <p:cNvSpPr txBox="1"/>
          <p:nvPr/>
        </p:nvSpPr>
        <p:spPr>
          <a:xfrm>
            <a:off x="3409350" y="2676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セカンダリー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#2E4EE7　白背景 6.25:1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5" name="色2"/>
          <p:cNvSpPr/>
          <p:nvPr/>
        </p:nvSpPr>
        <p:spPr>
          <a:xfrm>
            <a:off x="609000" y="3414000"/>
            <a:ext cx="2533650" cy="432000"/>
          </a:xfrm>
          <a:prstGeom prst="rect">
            <a:avLst/>
          </a:prstGeom>
          <a:solidFill>
            <a:srgbClr val="4F7AE9"/>
          </a:solidFill>
          <a:ln>
            <a:noFill/>
          </a:ln>
        </p:spPr>
        <p:txBody>
          <a:bodyPr/>
          <a:lstStyle/>
          <a:p/>
        </p:txBody>
      </p:sp>
      <p:sp>
        <p:nvSpPr>
          <p:cNvPr id="406" name="色名2"/>
          <p:cNvSpPr txBox="1"/>
          <p:nvPr/>
        </p:nvSpPr>
        <p:spPr>
          <a:xfrm>
            <a:off x="609000" y="3900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ターシャリー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#4F7AE9　白背景 3.97:1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罫線・面のみ（文字には使えません）</a:t>
            </a:r>
          </a:p>
        </p:txBody>
      </p:sp>
      <p:sp>
        <p:nvSpPr>
          <p:cNvPr id="407" name="色3"/>
          <p:cNvSpPr/>
          <p:nvPr/>
        </p:nvSpPr>
        <p:spPr>
          <a:xfrm>
            <a:off x="3409350" y="3414000"/>
            <a:ext cx="2533650" cy="432000"/>
          </a:xfrm>
          <a:prstGeom prst="rect">
            <a:avLst/>
          </a:prstGeom>
          <a:solidFill>
            <a:srgbClr val="626264"/>
          </a:solidFill>
          <a:ln>
            <a:noFill/>
          </a:ln>
        </p:spPr>
        <p:txBody>
          <a:bodyPr/>
          <a:lstStyle/>
          <a:p/>
        </p:txBody>
      </p:sp>
      <p:sp>
        <p:nvSpPr>
          <p:cNvPr id="408" name="色名3"/>
          <p:cNvSpPr txBox="1"/>
          <p:nvPr/>
        </p:nvSpPr>
        <p:spPr>
          <a:xfrm>
            <a:off x="3409350" y="3900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補助テキスト・罫</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#626264　白背景 6.09:1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補助文字・罫線</a:t>
            </a:r>
          </a:p>
        </p:txBody>
      </p:sp>
      <p:sp>
        <p:nvSpPr>
          <p:cNvPr id="409" name="色4"/>
          <p:cNvSpPr/>
          <p:nvPr/>
        </p:nvSpPr>
        <p:spPr>
          <a:xfrm>
            <a:off x="609000" y="4638000"/>
            <a:ext cx="2533650" cy="432000"/>
          </a:xfrm>
          <a:prstGeom prst="rect">
            <a:avLst/>
          </a:prstGeom>
          <a:solidFill>
            <a:srgbClr val="99B0EC"/>
          </a:solidFill>
          <a:ln>
            <a:noFill/>
          </a:ln>
        </p:spPr>
        <p:txBody>
          <a:bodyPr/>
          <a:lstStyle/>
          <a:p/>
        </p:txBody>
      </p:sp>
      <p:sp>
        <p:nvSpPr>
          <p:cNvPr id="410" name="色名4"/>
          <p:cNvSpPr txBox="1"/>
          <p:nvPr/>
        </p:nvSpPr>
        <p:spPr>
          <a:xfrm>
            <a:off x="609000" y="5124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#99B0EC　白背景 2.15:1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1" name="色5"/>
          <p:cNvSpPr/>
          <p:nvPr/>
        </p:nvSpPr>
        <p:spPr>
          <a:xfrm>
            <a:off x="3409350" y="4638000"/>
            <a:ext cx="2533650" cy="432000"/>
          </a:xfrm>
          <a:prstGeom prst="rect">
            <a:avLst/>
          </a:prstGeom>
          <a:solidFill>
            <a:srgbClr val="CFDCF0"/>
          </a:solidFill>
          <a:ln>
            <a:noFill/>
          </a:ln>
        </p:spPr>
        <p:txBody>
          <a:bodyPr/>
          <a:lstStyle/>
          <a:p/>
        </p:txBody>
      </p:sp>
      <p:sp>
        <p:nvSpPr>
          <p:cNvPr id="412" name="色名5"/>
          <p:cNvSpPr txBox="1"/>
          <p:nvPr/>
        </p:nvSpPr>
        <p:spPr>
          <a:xfrm>
            <a:off x="3409350" y="5124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最淡アクセント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#CFDCF0　白背景 1.39:1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3" name="色の原則"/>
          <p:cNvSpPr txBox="1"/>
          <p:nvPr/>
        </p:nvSpPr>
        <p:spPr>
          <a:xfrm>
            <a:off x="609000" y="6014400"/>
            <a:ext cx="5334000" cy="3240000"/>
          </a:xfrm>
          <a:prstGeom prst="rect">
            <a:avLst/>
          </a:prstGeom>
          <a:noFill/>
        </p:spPr>
        <p:txBody>
          <a:bodyPr wrap="square" lIns="0" tIns="0" rIns="0" bIns="0" anchor="t" anchorCtr="0"/>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色の使用原則</a:t>
            </a:r>
          </a:p>
          <a:p>
            <a:pPr marL="162000" indent="-162000" algn="l">
              <a:lnSpc>
                <a:spcPts val="1785"/>
              </a:lnSpc>
              <a:spcBef>
                <a:spcPts val="6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テキストは 4.5:1 以上、非テキスト要素は 3:1 以上を確保します（淡色背景 #F7F8FB でも同様。上の比率は実測値）。</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4.5:1 未満の色は文字に使えません。ターシャリー以下の3色は面・罫線専用です。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色だけで情報を区別せず、文字・記号・形状を併用します。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フォーカスインジケーターの配色（Yellow-300 と Black の2重構造）は変更禁止です。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05 利用上の注意と出典</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利用上の注意と出典</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本テンプレートについて</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デジタル庁「ダッシュボードイメージ作成ツールキット」(16:9) のレイアウト思想（マージン・グリッド・ヘッダー／フッターの構成）を踏まえ、デジタル庁デザインシステムの基本デザインに従ってB5タテ用に再設計したものです。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遵守している基準</a:t>
            </a:r>
          </a:p>
          <a:p>
            <a:pPr marL="162000" indent="-162000" algn="l">
              <a:lnSpc>
                <a:spcPts val="1785"/>
              </a:lnSpc>
              <a:spcBef>
                <a:spcPts val="5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テキストと背景のコントラスト比 4.5:1 以上／非テキスト要素 3:1 以上</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余白は基準単位 8 CSS px の倍率スケール（5段階）</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カラムのガターは本文文字サイズの2倍</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書体は和文 BIZ UDPGothic／欧文 Arial（PCに標準搭載され、WindowsとMacで書体名が一致します）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出典表記</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出典：デジタル庁デザインシステムウェブサイト https://design.digital.go.jp/dads/</a:t>
            </a:r>
          </a:p>
          <a:p>
            <a:pPr marL="0" indent="0" algn="l">
              <a:lnSpc>
                <a:spcPts val="1785"/>
              </a:lnSpc>
              <a:spcBef>
                <a:spcPts val="3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本テンプレートはDADSの規定をB5タテ印刷向けに加工したものであり、デジタル庁が作成したものではありません。</a:t>
            </a:r>
          </a:p>
          <a:p>
            <a:pPr marL="0" indent="0" algn="l">
              <a:lnSpc>
                <a:spcPts val="1785"/>
              </a:lnSpc>
              <a:spcBef>
                <a:spcPts val="3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デジタル庁が作成したかのような態様での公表・利用は禁止されています。本テンプレートを用いた成果物には、上記の出典行を必ず記載してください。</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lgn="l">
              <a:lnSpc>
                <a:spcPts val="3150"/>
              </a:lnSpc>
              <a:spcBef>
                <a:spcPts val="0"/>
              </a:spcBef>
              <a:buNone/>
              <a:defRPr sz="2100" b="1" i="0" spc="21" kern="1200" dirty="0">
                <a:solidFill>
                  <a:srgbClr val="FFFFFF"/>
                </a:solidFill>
                <a:latin typeface="+mn-lt"/>
                <a:ea typeface="+mn-ea"/>
                <a:cs typeface="+mn-cs"/>
              </a:defRPr>
            </a:pPr>
            <a:r>
              <a:rPr lang="ja-JP" altLang="en-US" sz="2100" b="1" i="0" spc="21" kern="1200" dirty="0">
                <a:solidFill>
                  <a:srgbClr val="FFFFFF"/>
                </a:solidFill>
                <a:latin typeface="+mn-lt"/>
                <a:ea typeface="+mn-ea"/>
                <a:cs typeface="+mn-cs"/>
              </a:rPr>
              <a:t>組織名が入ります</a:t>
            </a:r>
          </a:p>
        </p:txBody>
      </p:sp>
      <p:sp>
        <p:nvSpPr>
          <p:cNvPr id="3" name="Text Placeholder 2"/>
          <p:cNvSpPr>
            <a:spLocks noGrp="1"/>
          </p:cNvSpPr>
          <p:nvPr>
            <p:ph type="body" idx="10"/>
          </p:nvPr>
        </p:nvSpPr>
        <p:spPr/>
        <p:txBody>
          <a:bodyPr/>
          <a:lstStyle/>
          <a:p>
            <a:pPr marL="0" indent="0" algn="l">
              <a:lnSpc>
                <a:spcPts val="1785"/>
              </a:lnSpc>
              <a:spcBef>
                <a:spcPts val="0"/>
              </a:spcBef>
              <a:buNone/>
              <a:defRPr sz="1050" b="0" i="0" spc="21" kern="1200" dirty="0">
                <a:solidFill>
                  <a:srgbClr val="CFDCF0"/>
                </a:solidFill>
                <a:latin typeface="+mn-lt"/>
                <a:ea typeface="+mn-ea"/>
                <a:cs typeface="+mn-cs"/>
              </a:defRPr>
            </a:pPr>
            <a:r>
              <a:rPr lang="ja-JP" altLang="en-US" sz="1050" b="0" i="0" spc="21" kern="1200" dirty="0">
                <a:solidFill>
                  <a:srgbClr val="CFDCF0"/>
                </a:solidFill>
                <a:latin typeface="+mn-lt"/>
                <a:ea typeface="+mn-ea"/>
                <a:cs typeface="+mn-cs"/>
              </a:rPr>
              <a:t>〒000-0000　都道府県市区町村0-0-0</a:t>
            </a:r>
          </a:p>
          <a:p>
            <a:pPr marL="0" indent="0" algn="l">
              <a:lnSpc>
                <a:spcPts val="1785"/>
              </a:lnSpc>
              <a:spcBef>
                <a:spcPts val="300"/>
              </a:spcBef>
              <a:buNone/>
              <a:defRPr sz="1050" b="0" i="0" spc="21" kern="1200" dirty="0">
                <a:solidFill>
                  <a:srgbClr val="CFDCF0"/>
                </a:solidFill>
                <a:latin typeface="+mn-lt"/>
                <a:ea typeface="+mn-ea"/>
                <a:cs typeface="+mn-cs"/>
              </a:defRPr>
            </a:pPr>
            <a:r>
              <a:rPr lang="ja-JP" altLang="en-US" sz="1050" b="0" i="0" spc="21" kern="1200" dirty="0">
                <a:solidFill>
                  <a:srgbClr val="CFDCF0"/>
                </a:solidFill>
                <a:latin typeface="+mn-lt"/>
                <a:ea typeface="+mn-ea"/>
                <a:cs typeface="+mn-cs"/>
              </a:rPr>
              <a:t>https://example.jp/</a:t>
            </a:r>
          </a:p>
        </p:txBody>
      </p:sp>
    </p:spTree>
  </p:cSld>
  <p:clrMapOvr>
    <a:masterClrMapping/>
  </p:clrMapOvr>
</p:sld>
</file>

<file path=ppt/theme/theme1.xml><?xml version="1.0" encoding="utf-8"?>
<a:theme xmlns:a="http://schemas.openxmlformats.org/drawingml/2006/main" name="Office Theme">
  <a:themeElements>
    <a:clrScheme name="デジタル庁デザインシステム B5">
      <a:dk1>
        <a:sysClr val="windowText" lastClr="000000"/>
      </a:dk1>
      <a:lt1>
        <a:sysClr val="window" lastClr="FFFFFF"/>
      </a:lt1>
      <a:dk2>
        <a:srgbClr val="0C21BA"/>
      </a:dk2>
      <a:lt2>
        <a:srgbClr val="F7F8FB"/>
      </a:lt2>
      <a:accent1>
        <a:srgbClr val="0C21BA"/>
      </a:accent1>
      <a:accent2>
        <a:srgbClr val="2E4EE7"/>
      </a:accent2>
      <a:accent3>
        <a:srgbClr val="4F7AE9"/>
      </a:accent3>
      <a:accent4>
        <a:srgbClr val="99B0EC"/>
      </a:accent4>
      <a:accent5>
        <a:srgbClr val="CFDCF0"/>
      </a:accent5>
      <a:accent6>
        <a:srgbClr val="626264"/>
      </a:accent6>
      <a:hlink>
        <a:srgbClr val="0C21BA"/>
      </a:hlink>
      <a:folHlink>
        <a:srgbClr val="626264"/>
      </a:folHlink>
    </a:clrScheme>
    <a:fontScheme name="BIZ UDPGothic">
      <a:majorFont>
        <a:latin typeface="Arial"/>
        <a:ea typeface="BIZ UDPGothic"/>
        <a:cs typeface=""/>
        <a:font script="Jpan" typeface="BIZ UDPGothic"/>
      </a:majorFont>
      <a:minorFont>
        <a:latin typeface="Arial"/>
        <a:ea typeface="BIZ UDPGothic"/>
        <a:cs typeface=""/>
        <a:font script="Jpan" typeface="BIZ UDP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